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57" r:id="rId2"/>
    <p:sldId id="477" r:id="rId3"/>
    <p:sldId id="479" r:id="rId4"/>
    <p:sldId id="563" r:id="rId5"/>
    <p:sldId id="531" r:id="rId6"/>
    <p:sldId id="559" r:id="rId7"/>
    <p:sldId id="480" r:id="rId8"/>
    <p:sldId id="542" r:id="rId9"/>
    <p:sldId id="540" r:id="rId10"/>
    <p:sldId id="541" r:id="rId11"/>
    <p:sldId id="539" r:id="rId12"/>
    <p:sldId id="532" r:id="rId13"/>
    <p:sldId id="543" r:id="rId14"/>
    <p:sldId id="544" r:id="rId15"/>
    <p:sldId id="560" r:id="rId16"/>
    <p:sldId id="561" r:id="rId17"/>
    <p:sldId id="442" r:id="rId18"/>
    <p:sldId id="556" r:id="rId19"/>
    <p:sldId id="562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4" autoAdjust="0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05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745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132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679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103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826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355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27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28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668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5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178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62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2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99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29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/>
              <a:t>заняття </a:t>
            </a:r>
            <a:r>
              <a:rPr lang="en-US" sz="4000" dirty="0"/>
              <a:t>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69439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496" y="1268760"/>
            <a:ext cx="9001000" cy="27238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ru-RU" sz="9600" dirty="0" err="1">
                <a:solidFill>
                  <a:schemeClr val="accent2"/>
                </a:solidFill>
              </a:rPr>
              <a:t>Увага</a:t>
            </a:r>
            <a:endParaRPr lang="ru-RU" sz="9600" dirty="0">
              <a:solidFill>
                <a:schemeClr val="accent2"/>
              </a:solidFill>
            </a:endParaRPr>
          </a:p>
          <a:p>
            <a:pPr algn="ctr"/>
            <a:r>
              <a:rPr lang="ru-RU" sz="2500" dirty="0" err="1">
                <a:solidFill>
                  <a:srgbClr val="002060"/>
                </a:solidFill>
              </a:rPr>
              <a:t>під</a:t>
            </a:r>
            <a:r>
              <a:rPr lang="ru-RU" sz="2500" dirty="0">
                <a:solidFill>
                  <a:srgbClr val="002060"/>
                </a:solidFill>
              </a:rPr>
              <a:t> час </a:t>
            </a:r>
            <a:r>
              <a:rPr lang="ru-RU" sz="2500" dirty="0" err="1">
                <a:solidFill>
                  <a:srgbClr val="002060"/>
                </a:solidFill>
              </a:rPr>
              <a:t>роботи</a:t>
            </a:r>
            <a:r>
              <a:rPr lang="ru-RU" sz="2500" dirty="0">
                <a:solidFill>
                  <a:srgbClr val="002060"/>
                </a:solidFill>
              </a:rPr>
              <a:t> для </a:t>
            </a:r>
            <a:r>
              <a:rPr lang="ru-RU" sz="2500" dirty="0" err="1">
                <a:solidFill>
                  <a:srgbClr val="002060"/>
                </a:solidFill>
              </a:rPr>
              <a:t>іменування</a:t>
            </a:r>
            <a:r>
              <a:rPr lang="ru-RU" sz="2500" dirty="0">
                <a:solidFill>
                  <a:srgbClr val="002060"/>
                </a:solidFill>
              </a:rPr>
              <a:t> </a:t>
            </a:r>
            <a:r>
              <a:rPr lang="ru-RU" sz="2500" dirty="0" err="1">
                <a:solidFill>
                  <a:srgbClr val="002060"/>
                </a:solidFill>
              </a:rPr>
              <a:t>файлів</a:t>
            </a:r>
            <a:r>
              <a:rPr lang="ru-RU" sz="2500" dirty="0">
                <a:solidFill>
                  <a:srgbClr val="002060"/>
                </a:solidFill>
              </a:rPr>
              <a:t>, </a:t>
            </a:r>
            <a:r>
              <a:rPr lang="ru-RU" sz="2500" dirty="0" err="1">
                <a:solidFill>
                  <a:srgbClr val="002060"/>
                </a:solidFill>
              </a:rPr>
              <a:t>каталогів</a:t>
            </a:r>
            <a:r>
              <a:rPr lang="ru-RU" sz="2500" dirty="0">
                <a:solidFill>
                  <a:srgbClr val="002060"/>
                </a:solidFill>
              </a:rPr>
              <a:t>, </a:t>
            </a:r>
            <a:r>
              <a:rPr lang="ru-RU" sz="2500" dirty="0" err="1">
                <a:solidFill>
                  <a:srgbClr val="002060"/>
                </a:solidFill>
              </a:rPr>
              <a:t>коммітів</a:t>
            </a:r>
            <a:r>
              <a:rPr lang="ru-RU" sz="2500" dirty="0">
                <a:solidFill>
                  <a:srgbClr val="002060"/>
                </a:solidFill>
              </a:rPr>
              <a:t> </a:t>
            </a:r>
            <a:r>
              <a:rPr lang="ru-RU" sz="2500" dirty="0" err="1">
                <a:solidFill>
                  <a:srgbClr val="002060"/>
                </a:solidFill>
              </a:rPr>
              <a:t>тощо</a:t>
            </a:r>
            <a:r>
              <a:rPr lang="ru-RU" sz="2500" dirty="0">
                <a:solidFill>
                  <a:srgbClr val="002060"/>
                </a:solidFill>
              </a:rPr>
              <a:t>. </a:t>
            </a:r>
            <a:endParaRPr lang="en-US" sz="2500" dirty="0">
              <a:solidFill>
                <a:srgbClr val="002060"/>
              </a:solidFill>
            </a:endParaRPr>
          </a:p>
          <a:p>
            <a:pPr algn="ctr"/>
            <a:r>
              <a:rPr lang="ru-RU" sz="2500" dirty="0" err="1">
                <a:solidFill>
                  <a:srgbClr val="002060"/>
                </a:solidFill>
              </a:rPr>
              <a:t>Використовувати</a:t>
            </a:r>
            <a:r>
              <a:rPr lang="ru-RU" sz="2500" dirty="0">
                <a:solidFill>
                  <a:srgbClr val="002060"/>
                </a:solidFill>
              </a:rPr>
              <a:t> </a:t>
            </a:r>
            <a:r>
              <a:rPr lang="ru-RU" sz="2500" dirty="0" err="1">
                <a:solidFill>
                  <a:srgbClr val="002060"/>
                </a:solidFill>
              </a:rPr>
              <a:t>лише</a:t>
            </a:r>
            <a:r>
              <a:rPr lang="ru-RU" sz="2500" dirty="0">
                <a:solidFill>
                  <a:srgbClr val="002060"/>
                </a:solidFill>
              </a:rPr>
              <a:t> </a:t>
            </a:r>
            <a:r>
              <a:rPr lang="ru-RU" sz="2500" dirty="0" err="1">
                <a:solidFill>
                  <a:srgbClr val="002060"/>
                </a:solidFill>
              </a:rPr>
              <a:t>англійську</a:t>
            </a:r>
            <a:r>
              <a:rPr lang="ru-RU" sz="2500" dirty="0">
                <a:solidFill>
                  <a:srgbClr val="002060"/>
                </a:solidFill>
              </a:rPr>
              <a:t> мову</a:t>
            </a:r>
          </a:p>
        </p:txBody>
      </p:sp>
    </p:spTree>
    <p:extLst>
      <p:ext uri="{BB962C8B-B14F-4D97-AF65-F5344CB8AC3E}">
        <p14:creationId xmlns:p14="http://schemas.microsoft.com/office/powerpoint/2010/main" val="151789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87824" y="107340"/>
            <a:ext cx="360040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Key Terms</a:t>
            </a:r>
            <a:r>
              <a:rPr lang="ru-RU" dirty="0"/>
              <a:t>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28828-3ABC-33A1-2443-8484A0D8B4CB}"/>
              </a:ext>
            </a:extLst>
          </p:cNvPr>
          <p:cNvSpPr txBox="1"/>
          <p:nvPr/>
        </p:nvSpPr>
        <p:spPr>
          <a:xfrm>
            <a:off x="107504" y="620688"/>
            <a:ext cx="8856984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repo</a:t>
            </a:r>
            <a:r>
              <a:rPr lang="en-US" b="1" dirty="0"/>
              <a:t>   - </a:t>
            </a:r>
            <a:r>
              <a:rPr lang="ru-RU" b="1" dirty="0"/>
              <a:t>проект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відслідковується</a:t>
            </a:r>
            <a:r>
              <a:rPr lang="ru-RU" b="1" dirty="0"/>
              <a:t> </a:t>
            </a:r>
            <a:r>
              <a:rPr lang="en-US" b="1" dirty="0"/>
              <a:t>git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commit</a:t>
            </a:r>
            <a:r>
              <a:rPr lang="en-US" b="1" dirty="0"/>
              <a:t> -  </a:t>
            </a:r>
            <a:r>
              <a:rPr lang="ru-RU" b="1" dirty="0" err="1"/>
              <a:t>крапка</a:t>
            </a:r>
            <a:r>
              <a:rPr lang="ru-RU" b="1" dirty="0"/>
              <a:t> часу,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представляє</a:t>
            </a:r>
            <a:r>
              <a:rPr lang="ru-RU" b="1" dirty="0"/>
              <a:t> проект у </a:t>
            </a:r>
            <a:r>
              <a:rPr lang="ru-RU" b="1" dirty="0" err="1"/>
              <a:t>повному</a:t>
            </a:r>
            <a:r>
              <a:rPr lang="ru-RU" b="1" dirty="0"/>
              <a:t> </a:t>
            </a:r>
            <a:r>
              <a:rPr lang="ru-RU" b="1" dirty="0" err="1"/>
              <a:t>обсязі</a:t>
            </a:r>
            <a:endParaRPr lang="ru-RU" b="1" dirty="0"/>
          </a:p>
          <a:p>
            <a:endParaRPr lang="ru-RU" b="1" dirty="0"/>
          </a:p>
          <a:p>
            <a:r>
              <a:rPr lang="en-US" b="1" dirty="0">
                <a:solidFill>
                  <a:srgbClr val="C00000"/>
                </a:solidFill>
              </a:rPr>
              <a:t>index   </a:t>
            </a:r>
            <a:r>
              <a:rPr lang="en-US" b="1" dirty="0"/>
              <a:t>-  </a:t>
            </a:r>
            <a:r>
              <a:rPr lang="ru-RU" b="1" dirty="0" err="1"/>
              <a:t>будемо</a:t>
            </a:r>
            <a:r>
              <a:rPr lang="ru-RU" b="1" dirty="0"/>
              <a:t>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цей</a:t>
            </a:r>
            <a:r>
              <a:rPr lang="ru-RU" b="1" dirty="0"/>
              <a:t> </a:t>
            </a:r>
            <a:r>
              <a:rPr lang="ru-RU" b="1" dirty="0" err="1"/>
              <a:t>термін</a:t>
            </a:r>
            <a:r>
              <a:rPr lang="ru-RU" b="1" dirty="0"/>
              <a:t> як </a:t>
            </a:r>
            <a:endParaRPr lang="en-US" b="1" dirty="0"/>
          </a:p>
          <a:p>
            <a:r>
              <a:rPr lang="en-US" b="1" dirty="0"/>
              <a:t>           </a:t>
            </a:r>
            <a:r>
              <a:rPr lang="ru-RU" b="1" dirty="0" err="1"/>
              <a:t>проміжний</a:t>
            </a:r>
            <a:r>
              <a:rPr lang="ru-RU" b="1" dirty="0"/>
              <a:t> буфер перед </a:t>
            </a:r>
            <a:r>
              <a:rPr lang="ru-RU" b="1" dirty="0" err="1"/>
              <a:t>комітом</a:t>
            </a:r>
            <a:endParaRPr lang="ru-RU" b="1" dirty="0"/>
          </a:p>
          <a:p>
            <a:endParaRPr lang="ru-RU" b="1" dirty="0"/>
          </a:p>
          <a:p>
            <a:r>
              <a:rPr lang="en-US" b="1" dirty="0">
                <a:solidFill>
                  <a:srgbClr val="C00000"/>
                </a:solidFill>
              </a:rPr>
              <a:t>untracked files </a:t>
            </a:r>
            <a:r>
              <a:rPr lang="en-US" b="1" dirty="0"/>
              <a:t>- </a:t>
            </a:r>
            <a:r>
              <a:rPr lang="ru-RU" b="1" dirty="0" err="1"/>
              <a:t>невідстежувані</a:t>
            </a:r>
            <a:r>
              <a:rPr lang="ru-RU" b="1" dirty="0"/>
              <a:t> </a:t>
            </a:r>
            <a:r>
              <a:rPr lang="en-US" b="1" dirty="0"/>
              <a:t>git-</a:t>
            </a:r>
            <a:r>
              <a:rPr lang="ru-RU" b="1" dirty="0"/>
              <a:t>ом </a:t>
            </a:r>
            <a:r>
              <a:rPr lang="ru-RU" b="1" dirty="0" err="1"/>
              <a:t>файли</a:t>
            </a:r>
            <a:r>
              <a:rPr lang="ru-RU" b="1" dirty="0"/>
              <a:t>. </a:t>
            </a:r>
          </a:p>
          <a:p>
            <a:r>
              <a:rPr lang="ru-RU" b="1" dirty="0"/>
              <a:t>                   </a:t>
            </a:r>
            <a:r>
              <a:rPr lang="ru-RU" b="1" dirty="0" err="1"/>
              <a:t>Тобто</a:t>
            </a:r>
            <a:r>
              <a:rPr lang="ru-RU" b="1" dirty="0"/>
              <a:t>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файли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не були </a:t>
            </a:r>
            <a:r>
              <a:rPr lang="ru-RU" b="1" dirty="0" err="1"/>
              <a:t>індексовані</a:t>
            </a:r>
            <a:r>
              <a:rPr lang="ru-RU" b="1" dirty="0"/>
              <a:t>  </a:t>
            </a:r>
            <a:endParaRPr lang="en-US" b="1" dirty="0"/>
          </a:p>
          <a:p>
            <a:r>
              <a:rPr lang="en-US" b="1" dirty="0"/>
              <a:t>                  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яких</a:t>
            </a:r>
            <a:r>
              <a:rPr lang="ru-RU" b="1" dirty="0"/>
              <a:t> </a:t>
            </a:r>
            <a:r>
              <a:rPr lang="ru-RU" b="1" dirty="0" err="1"/>
              <a:t>немає</a:t>
            </a:r>
            <a:r>
              <a:rPr lang="ru-RU" b="1" dirty="0"/>
              <a:t> в </a:t>
            </a:r>
            <a:r>
              <a:rPr lang="en-US" b="1" dirty="0"/>
              <a:t>repo</a:t>
            </a:r>
            <a:endParaRPr lang="ru-UA" b="1" dirty="0"/>
          </a:p>
        </p:txBody>
      </p:sp>
    </p:spTree>
    <p:extLst>
      <p:ext uri="{BB962C8B-B14F-4D97-AF65-F5344CB8AC3E}">
        <p14:creationId xmlns:p14="http://schemas.microsoft.com/office/powerpoint/2010/main" val="360847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87824" y="107340"/>
            <a:ext cx="360040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Базове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r>
              <a:rPr lang="ru-RU" dirty="0"/>
              <a:t> </a:t>
            </a:r>
            <a:r>
              <a:rPr lang="en-US" dirty="0"/>
              <a:t>GIT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69084" y="548680"/>
          <a:ext cx="8906445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20">
                  <a:extLst>
                    <a:ext uri="{9D8B030D-6E8A-4147-A177-3AD203B41FA5}">
                      <a16:colId xmlns:a16="http://schemas.microsoft.com/office/drawing/2014/main" val="387118737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968628085"/>
                    </a:ext>
                  </a:extLst>
                </a:gridCol>
                <a:gridCol w="4187505">
                  <a:extLst>
                    <a:ext uri="{9D8B030D-6E8A-4147-A177-3AD203B41FA5}">
                      <a16:colId xmlns:a16="http://schemas.microsoft.com/office/drawing/2014/main" val="299410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Рівень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Linux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Windows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1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системи</a:t>
                      </a:r>
                      <a:endParaRPr lang="ru-RU" sz="18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r>
                        <a:rPr lang="en-US" sz="18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ru-RU" sz="18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etc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ProgramFiles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Git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etc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6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/>
                        <a:t>користувача</a:t>
                      </a:r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--global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/home/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user_name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/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C\Users\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user_name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18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проекту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каталог_проекту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/.git/.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09725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92207" y="3140968"/>
          <a:ext cx="8906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20">
                  <a:extLst>
                    <a:ext uri="{9D8B030D-6E8A-4147-A177-3AD203B41FA5}">
                      <a16:colId xmlns:a16="http://schemas.microsoft.com/office/drawing/2014/main" val="3871187370"/>
                    </a:ext>
                  </a:extLst>
                </a:gridCol>
                <a:gridCol w="7067825">
                  <a:extLst>
                    <a:ext uri="{9D8B030D-6E8A-4147-A177-3AD203B41FA5}">
                      <a16:colId xmlns:a16="http://schemas.microsoft.com/office/drawing/2014/main" val="1968628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Рівень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Формат </a:t>
                      </a:r>
                      <a:r>
                        <a:rPr lang="ru-RU" dirty="0" err="1">
                          <a:solidFill>
                            <a:srgbClr val="C00000"/>
                          </a:solidFill>
                        </a:rPr>
                        <a:t>команди</a:t>
                      </a: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 для </a:t>
                      </a:r>
                      <a:r>
                        <a:rPr lang="ru-RU" dirty="0" err="1">
                          <a:solidFill>
                            <a:srgbClr val="C00000"/>
                          </a:solidFill>
                        </a:rPr>
                        <a:t>конфігурації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1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системи</a:t>
                      </a:r>
                      <a:endParaRPr lang="ru-RU" sz="18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--system</a:t>
                      </a:r>
                      <a:r>
                        <a:rPr lang="ru-RU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команда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6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/>
                        <a:t>користувача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--global</a:t>
                      </a:r>
                      <a:r>
                        <a:rPr lang="ru-RU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команда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18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проекту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  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команда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097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11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4235" y="116632"/>
            <a:ext cx="897553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Набрати</a:t>
            </a:r>
            <a:r>
              <a:rPr lang="ru-RU" dirty="0"/>
              <a:t> по </a:t>
            </a:r>
            <a:r>
              <a:rPr lang="ru-RU" dirty="0" err="1"/>
              <a:t>черзі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endParaRPr lang="ru-RU" dirty="0"/>
          </a:p>
          <a:p>
            <a:r>
              <a:rPr lang="ru-RU" dirty="0"/>
              <a:t>     </a:t>
            </a:r>
            <a:r>
              <a:rPr lang="en-US" dirty="0"/>
              <a:t>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--</a:t>
            </a:r>
            <a:r>
              <a:rPr lang="en-US" dirty="0">
                <a:solidFill>
                  <a:srgbClr val="002060"/>
                </a:solidFill>
              </a:rPr>
              <a:t>global user.name "</a:t>
            </a:r>
            <a:r>
              <a:rPr lang="ru-RU" dirty="0">
                <a:solidFill>
                  <a:srgbClr val="C00000"/>
                </a:solidFill>
              </a:rPr>
              <a:t>СВО</a:t>
            </a:r>
            <a:r>
              <a:rPr lang="uk-UA" dirty="0">
                <a:solidFill>
                  <a:srgbClr val="C00000"/>
                </a:solidFill>
              </a:rPr>
              <a:t>Є</a:t>
            </a:r>
            <a:r>
              <a:rPr lang="ru-RU" dirty="0">
                <a:solidFill>
                  <a:srgbClr val="C00000"/>
                </a:solidFill>
              </a:rPr>
              <a:t>_ІМ</a:t>
            </a:r>
            <a:r>
              <a:rPr lang="en-US" dirty="0">
                <a:solidFill>
                  <a:srgbClr val="C00000"/>
                </a:solidFill>
              </a:rPr>
              <a:t>’</a:t>
            </a:r>
            <a:r>
              <a:rPr lang="ru-RU" dirty="0">
                <a:solidFill>
                  <a:srgbClr val="C00000"/>
                </a:solidFill>
              </a:rPr>
              <a:t>Я</a:t>
            </a:r>
            <a:r>
              <a:rPr lang="en-US" dirty="0">
                <a:solidFill>
                  <a:srgbClr val="002060"/>
                </a:solidFill>
              </a:rPr>
              <a:t>"  </a:t>
            </a:r>
          </a:p>
          <a:p>
            <a:r>
              <a:rPr lang="en-US" dirty="0">
                <a:solidFill>
                  <a:srgbClr val="002060"/>
                </a:solidFill>
              </a:rPr>
              <a:t>     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--</a:t>
            </a:r>
            <a:r>
              <a:rPr lang="en-US" dirty="0">
                <a:solidFill>
                  <a:srgbClr val="002060"/>
                </a:solidFill>
              </a:rPr>
              <a:t>global </a:t>
            </a:r>
            <a:r>
              <a:rPr lang="en-US" dirty="0" err="1">
                <a:solidFill>
                  <a:srgbClr val="002060"/>
                </a:solidFill>
              </a:rPr>
              <a:t>user.email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C00000"/>
                </a:solidFill>
              </a:rPr>
              <a:t>СВІЙ_Е</a:t>
            </a:r>
            <a:r>
              <a:rPr lang="en-US" dirty="0">
                <a:solidFill>
                  <a:srgbClr val="C00000"/>
                </a:solidFill>
              </a:rPr>
              <a:t>MAIL</a:t>
            </a:r>
          </a:p>
          <a:p>
            <a:r>
              <a:rPr lang="en-US" dirty="0">
                <a:solidFill>
                  <a:srgbClr val="002060"/>
                </a:solidFill>
              </a:rPr>
              <a:t>     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--</a:t>
            </a:r>
            <a:r>
              <a:rPr lang="en-US" dirty="0">
                <a:solidFill>
                  <a:srgbClr val="002060"/>
                </a:solidFill>
              </a:rPr>
              <a:t>global </a:t>
            </a:r>
            <a:r>
              <a:rPr lang="en-US" dirty="0" err="1">
                <a:solidFill>
                  <a:srgbClr val="002060"/>
                </a:solidFill>
              </a:rPr>
              <a:t>color.ui</a:t>
            </a:r>
            <a:r>
              <a:rPr lang="en-US" dirty="0">
                <a:solidFill>
                  <a:srgbClr val="002060"/>
                </a:solidFill>
              </a:rPr>
              <a:t>  true 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1" y="3068638"/>
            <a:ext cx="8657592" cy="143921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5" y="4745912"/>
            <a:ext cx="8750300" cy="14986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8" y="1556792"/>
            <a:ext cx="8480108" cy="12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9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235" y="116632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endParaRPr lang="ru-RU" dirty="0"/>
          </a:p>
          <a:p>
            <a:r>
              <a:rPr lang="ru-RU" dirty="0">
                <a:solidFill>
                  <a:srgbClr val="002060"/>
                </a:solidFill>
              </a:rPr>
              <a:t>   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–list</a:t>
            </a:r>
          </a:p>
          <a:p>
            <a:r>
              <a:rPr lang="en-US" dirty="0">
                <a:solidFill>
                  <a:srgbClr val="002060"/>
                </a:solidFill>
              </a:rPr>
              <a:t>   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user.name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4" y="1556792"/>
            <a:ext cx="8820472" cy="13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722830" y="61544"/>
            <a:ext cx="379133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>
                <a:solidFill>
                  <a:srgbClr val="002060"/>
                </a:solidFill>
              </a:rPr>
              <a:t>Виклик допомоги від </a:t>
            </a:r>
            <a:r>
              <a:rPr lang="ru-RU" dirty="0">
                <a:solidFill>
                  <a:srgbClr val="002060"/>
                </a:solidFill>
              </a:rPr>
              <a:t>  </a:t>
            </a:r>
            <a:r>
              <a:rPr lang="en-US" dirty="0">
                <a:solidFill>
                  <a:srgbClr val="002060"/>
                </a:solidFill>
              </a:rPr>
              <a:t>GIT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75530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git help</a:t>
            </a:r>
            <a:r>
              <a:rPr lang="en-US" dirty="0"/>
              <a:t>   -&gt; </a:t>
            </a:r>
            <a:r>
              <a:rPr lang="ru-RU" dirty="0" err="1"/>
              <a:t>виводить</a:t>
            </a:r>
            <a:r>
              <a:rPr lang="ru-RU" dirty="0"/>
              <a:t> список команд</a:t>
            </a:r>
          </a:p>
          <a:p>
            <a:endParaRPr lang="ru-RU" dirty="0"/>
          </a:p>
          <a:p>
            <a:r>
              <a:rPr lang="en-US" dirty="0">
                <a:solidFill>
                  <a:schemeClr val="accent2"/>
                </a:solidFill>
              </a:rPr>
              <a:t>git help log  </a:t>
            </a:r>
            <a:r>
              <a:rPr lang="en-US" dirty="0"/>
              <a:t>-&gt; </a:t>
            </a:r>
            <a:r>
              <a:rPr lang="ru-RU" dirty="0" err="1"/>
              <a:t>довідка</a:t>
            </a:r>
            <a:r>
              <a:rPr lang="ru-RU" dirty="0"/>
              <a:t> по </a:t>
            </a:r>
            <a:r>
              <a:rPr lang="ru-RU" dirty="0" err="1"/>
              <a:t>конкретній</a:t>
            </a:r>
            <a:r>
              <a:rPr lang="ru-RU" dirty="0"/>
              <a:t> </a:t>
            </a:r>
            <a:r>
              <a:rPr lang="ru-RU" dirty="0" err="1"/>
              <a:t>команді</a:t>
            </a:r>
            <a:endParaRPr lang="ru-RU" dirty="0"/>
          </a:p>
          <a:p>
            <a:r>
              <a:rPr lang="ru-RU" dirty="0"/>
              <a:t>    </a:t>
            </a:r>
          </a:p>
          <a:p>
            <a:r>
              <a:rPr lang="ru-RU" dirty="0" err="1"/>
              <a:t>Переміщення</a:t>
            </a:r>
            <a:r>
              <a:rPr lang="ru-RU" dirty="0"/>
              <a:t> по тексту</a:t>
            </a:r>
          </a:p>
          <a:p>
            <a:r>
              <a:rPr lang="ru-RU" dirty="0"/>
              <a:t>       </a:t>
            </a:r>
            <a:r>
              <a:rPr lang="ru-RU" dirty="0" err="1">
                <a:solidFill>
                  <a:schemeClr val="accent2"/>
                </a:solidFill>
              </a:rPr>
              <a:t>пробіл</a:t>
            </a:r>
            <a:r>
              <a:rPr lang="ru-RU" dirty="0"/>
              <a:t>(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chemeClr val="accent2"/>
                </a:solidFill>
              </a:rPr>
              <a:t>f</a:t>
            </a:r>
            <a:r>
              <a:rPr lang="ru-RU" dirty="0"/>
              <a:t>)  -</a:t>
            </a:r>
            <a:r>
              <a:rPr lang="en-US" dirty="0"/>
              <a:t>&gt; </a:t>
            </a:r>
            <a:r>
              <a:rPr lang="uk-UA" dirty="0"/>
              <a:t>наступна сторінка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accent2"/>
                </a:solidFill>
              </a:rPr>
              <a:t>b</a:t>
            </a:r>
            <a:r>
              <a:rPr lang="ru-RU" dirty="0"/>
              <a:t>  -</a:t>
            </a:r>
            <a:r>
              <a:rPr lang="en-US" dirty="0"/>
              <a:t>&gt; </a:t>
            </a:r>
            <a:r>
              <a:rPr lang="ru-RU" dirty="0" err="1"/>
              <a:t>попередня</a:t>
            </a:r>
            <a:r>
              <a:rPr lang="ru-RU" dirty="0"/>
              <a:t> </a:t>
            </a:r>
            <a:r>
              <a:rPr lang="ru-RU" dirty="0" err="1"/>
              <a:t>сторінка</a:t>
            </a:r>
            <a:endParaRPr lang="ru-RU" dirty="0"/>
          </a:p>
          <a:p>
            <a:r>
              <a:rPr lang="ru-RU" dirty="0"/>
              <a:t>       </a:t>
            </a:r>
            <a:r>
              <a:rPr lang="en-US" dirty="0">
                <a:solidFill>
                  <a:schemeClr val="accent2"/>
                </a:solidFill>
              </a:rPr>
              <a:t>q</a:t>
            </a:r>
            <a:r>
              <a:rPr lang="ru-RU" dirty="0"/>
              <a:t>  -</a:t>
            </a:r>
            <a:r>
              <a:rPr lang="en-US" dirty="0"/>
              <a:t>&gt; </a:t>
            </a:r>
            <a:r>
              <a:rPr lang="ru-RU" dirty="0" err="1"/>
              <a:t>вихід</a:t>
            </a:r>
            <a:r>
              <a:rPr lang="en-US" dirty="0"/>
              <a:t> </a:t>
            </a:r>
            <a:r>
              <a:rPr lang="ru-RU" dirty="0"/>
              <a:t>з </a:t>
            </a:r>
            <a:r>
              <a:rPr lang="en-US" dirty="0"/>
              <a:t>help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47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35" y="11663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Набираємо</a:t>
            </a:r>
            <a:r>
              <a:rPr lang="ru-RU" dirty="0"/>
              <a:t> команду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init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0966" y="3429000"/>
            <a:ext cx="8975530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Тепер</a:t>
            </a:r>
            <a:r>
              <a:rPr lang="ru-RU" dirty="0"/>
              <a:t> каталог проекту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репозиторій</a:t>
            </a:r>
            <a:r>
              <a:rPr lang="ru-RU" dirty="0"/>
              <a:t> </a:t>
            </a:r>
            <a:r>
              <a:rPr lang="ru-RU" dirty="0" err="1"/>
              <a:t>файлів</a:t>
            </a:r>
            <a:r>
              <a:rPr lang="ru-RU" dirty="0"/>
              <a:t> проекту</a:t>
            </a:r>
          </a:p>
          <a:p>
            <a:r>
              <a:rPr lang="ru-RU" dirty="0"/>
              <a:t>І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en-US" dirty="0"/>
              <a:t>GIT </a:t>
            </a:r>
            <a:r>
              <a:rPr lang="ru-RU" dirty="0" err="1"/>
              <a:t>відстежуватиме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зроблені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</a:t>
            </a:r>
            <a:r>
              <a:rPr lang="ru-RU" dirty="0" err="1"/>
              <a:t>каталозі</a:t>
            </a:r>
            <a:r>
              <a:rPr lang="ru-RU" dirty="0"/>
              <a:t> проекту </a:t>
            </a:r>
            <a:r>
              <a:rPr lang="ru-RU" dirty="0" err="1"/>
              <a:t>створюється</a:t>
            </a:r>
            <a:r>
              <a:rPr lang="ru-RU" dirty="0"/>
              <a:t> каталог </a:t>
            </a:r>
            <a:r>
              <a:rPr lang="ru-RU" dirty="0">
                <a:solidFill>
                  <a:srgbClr val="C0000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git</a:t>
            </a:r>
            <a:r>
              <a:rPr lang="en-US" dirty="0"/>
              <a:t> </a:t>
            </a:r>
            <a:r>
              <a:rPr lang="ru-RU" dirty="0"/>
              <a:t>де </a:t>
            </a:r>
            <a:r>
              <a:rPr lang="ru-RU" dirty="0" err="1"/>
              <a:t>зберігаються</a:t>
            </a:r>
            <a:r>
              <a:rPr lang="ru-RU" dirty="0"/>
              <a:t> </a:t>
            </a:r>
            <a:r>
              <a:rPr lang="ru-RU" dirty="0" err="1"/>
              <a:t>службові</a:t>
            </a:r>
            <a:r>
              <a:rPr lang="ru-RU" dirty="0"/>
              <a:t> </a:t>
            </a:r>
            <a:r>
              <a:rPr lang="ru-RU" dirty="0" err="1"/>
              <a:t>файли</a:t>
            </a:r>
            <a:r>
              <a:rPr lang="ru-RU" dirty="0"/>
              <a:t> </a:t>
            </a:r>
            <a:r>
              <a:rPr lang="en-US" dirty="0"/>
              <a:t>GIT </a:t>
            </a:r>
            <a:r>
              <a:rPr lang="ru-RU" dirty="0"/>
              <a:t>і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, </a:t>
            </a:r>
            <a:r>
              <a:rPr lang="ru-RU" dirty="0" err="1"/>
              <a:t>зроблені</a:t>
            </a:r>
            <a:r>
              <a:rPr lang="ru-RU" dirty="0"/>
              <a:t> в </a:t>
            </a:r>
            <a:r>
              <a:rPr lang="ru-RU" dirty="0" err="1"/>
              <a:t>проекті</a:t>
            </a:r>
            <a:endParaRPr lang="ru-RU" dirty="0"/>
          </a:p>
          <a:p>
            <a:endParaRPr lang="ru-RU" dirty="0"/>
          </a:p>
          <a:p>
            <a:r>
              <a:rPr lang="ru-RU" dirty="0"/>
              <a:t>З командного рядка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побачити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каталог, набравши команду</a:t>
            </a:r>
          </a:p>
          <a:p>
            <a:r>
              <a:rPr lang="en-US" dirty="0">
                <a:solidFill>
                  <a:schemeClr val="accent2"/>
                </a:solidFill>
              </a:rPr>
              <a:t>    ls –la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2696"/>
            <a:ext cx="8672906" cy="22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07904" y="31288"/>
            <a:ext cx="201622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002060"/>
                </a:solidFill>
              </a:rPr>
              <a:t>Концепція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GIT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en-US" dirty="0"/>
              <a:t>GIT </a:t>
            </a:r>
            <a:r>
              <a:rPr lang="ru-RU" dirty="0"/>
              <a:t>– </a:t>
            </a:r>
            <a:r>
              <a:rPr lang="en-US" dirty="0"/>
              <a:t>three tree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51920" y="1412776"/>
            <a:ext cx="3528392" cy="79208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repository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1920" y="2996952"/>
            <a:ext cx="3528392" cy="79208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staging index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51920" y="4581128"/>
            <a:ext cx="3528392" cy="7920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working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V="1">
            <a:off x="3635896" y="3573016"/>
            <a:ext cx="0" cy="14041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5938" y="4165070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git</a:t>
            </a:r>
            <a:r>
              <a:rPr lang="en-US" sz="2400" b="1" dirty="0"/>
              <a:t> add f1.txt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092780" y="541386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f1.txt</a:t>
            </a:r>
            <a:endParaRPr lang="ru-RU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V="1">
            <a:off x="3635896" y="1772816"/>
            <a:ext cx="0" cy="14041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-22558" y="2276872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git</a:t>
            </a:r>
            <a:r>
              <a:rPr lang="en-US" sz="2400" b="1" dirty="0"/>
              <a:t> commit f1.txt </a:t>
            </a:r>
            <a:endParaRPr lang="ru-RU" sz="2400" b="1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7596336" y="1844824"/>
            <a:ext cx="0" cy="345638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6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51920" y="1412776"/>
            <a:ext cx="3528392" cy="79208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repository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1920" y="2996952"/>
            <a:ext cx="3528392" cy="79208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staging index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51920" y="4581128"/>
            <a:ext cx="3528392" cy="7920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working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938" y="216558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git</a:t>
            </a:r>
            <a:r>
              <a:rPr lang="en-US" sz="2000" b="1" dirty="0"/>
              <a:t> add f1.txt</a:t>
            </a:r>
            <a:endParaRPr lang="ru-RU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596336" y="479250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f1.txt(v1)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07504" y="508610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git</a:t>
            </a:r>
            <a:r>
              <a:rPr lang="en-US" sz="2000" b="1" dirty="0"/>
              <a:t> commit f1.txt </a:t>
            </a:r>
            <a:endParaRPr lang="ru-R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275856" y="4817558"/>
            <a:ext cx="41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596336" y="320368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f1.txt(v1)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596336" y="161950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f1.txt(v1)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596336" y="4797152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f1.txt(v2)</a:t>
            </a:r>
            <a:endParaRPr lang="ru-RU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68549" y="868650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git</a:t>
            </a:r>
            <a:r>
              <a:rPr lang="en-US" sz="2000" b="1" dirty="0"/>
              <a:t> add f1.txt</a:t>
            </a:r>
            <a:endParaRPr lang="ru-RU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34284" y="482442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545256" y="3212976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f1.txt(v2)</a:t>
            </a:r>
            <a:endParaRPr lang="ru-RU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9060" y="1228690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git</a:t>
            </a:r>
            <a:r>
              <a:rPr lang="en-US" sz="2000" b="1" dirty="0"/>
              <a:t> commit f1.txt 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545256" y="1628800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f1.txt(v2)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6556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12673E-6 L 8.33333E-7 -0.235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7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23611 L 0.00121 -0.4708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1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74347E-6 L 0.00225 -0.2405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20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24074 L 0.00225 -0.4717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13" grpId="0"/>
      <p:bldP spid="13" grpId="1"/>
      <p:bldP spid="14" grpId="0"/>
      <p:bldP spid="21" grpId="0"/>
      <p:bldP spid="22" grpId="0" animBg="1"/>
      <p:bldP spid="23" grpId="0"/>
      <p:bldP spid="4" grpId="0"/>
      <p:bldP spid="4" grpId="1"/>
      <p:bldP spid="4" grpId="2"/>
      <p:bldP spid="24" grpId="0" animBg="1"/>
      <p:bldP spid="25" grpId="0"/>
      <p:bldP spid="26" grpId="0" animBg="1"/>
      <p:bldP spid="2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83768" y="44624"/>
            <a:ext cx="446449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 workflow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632877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ru-RU" dirty="0" err="1"/>
              <a:t>Створюємо</a:t>
            </a:r>
            <a:r>
              <a:rPr lang="ru-RU" dirty="0"/>
              <a:t>(</a:t>
            </a:r>
            <a:r>
              <a:rPr lang="ru-RU" dirty="0" err="1"/>
              <a:t>редагуємо</a:t>
            </a:r>
            <a:r>
              <a:rPr lang="ru-RU" dirty="0"/>
              <a:t>) файл(и)</a:t>
            </a:r>
          </a:p>
          <a:p>
            <a:pPr marL="342900" indent="-342900">
              <a:buAutoNum type="arabicPeriod"/>
            </a:pPr>
            <a:r>
              <a:rPr lang="ru-RU" dirty="0" err="1"/>
              <a:t>Додаємо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у </a:t>
            </a:r>
            <a:r>
              <a:rPr lang="en-US" dirty="0"/>
              <a:t>staging area</a:t>
            </a:r>
          </a:p>
          <a:p>
            <a:pPr marL="342900" indent="-342900">
              <a:buAutoNum type="arabicPeriod"/>
            </a:pPr>
            <a:r>
              <a:rPr lang="en-US" dirty="0"/>
              <a:t>Commit </a:t>
            </a:r>
            <a:r>
              <a:rPr lang="ru-RU" dirty="0" err="1"/>
              <a:t>зміни</a:t>
            </a:r>
            <a:r>
              <a:rPr lang="ru-RU" dirty="0"/>
              <a:t> до </a:t>
            </a:r>
            <a:r>
              <a:rPr lang="ru-RU" dirty="0" err="1"/>
              <a:t>репозиторію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209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63888" y="44624"/>
            <a:ext cx="237626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Початок </a:t>
            </a:r>
            <a:r>
              <a:rPr lang="ru-RU" dirty="0" err="1">
                <a:solidFill>
                  <a:srgbClr val="002060"/>
                </a:solidFill>
              </a:rPr>
              <a:t>роботи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239" y="526608"/>
            <a:ext cx="897553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ru-RU" dirty="0" err="1"/>
              <a:t>Набрати</a:t>
            </a:r>
            <a:r>
              <a:rPr lang="ru-RU" dirty="0"/>
              <a:t> команду </a:t>
            </a:r>
          </a:p>
          <a:p>
            <a:r>
              <a:rPr lang="ru-RU" dirty="0"/>
              <a:t>       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status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" y="1285591"/>
            <a:ext cx="9144000" cy="347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239" y="150892"/>
            <a:ext cx="897553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2</a:t>
            </a:r>
            <a:r>
              <a:rPr lang="en-US" dirty="0"/>
              <a:t>. </a:t>
            </a:r>
            <a:r>
              <a:rPr lang="ru-RU" dirty="0" err="1"/>
              <a:t>Додамо</a:t>
            </a:r>
            <a:r>
              <a:rPr lang="ru-RU" dirty="0"/>
              <a:t> </a:t>
            </a:r>
            <a:r>
              <a:rPr lang="ru-RU" dirty="0" err="1"/>
              <a:t>зміненні</a:t>
            </a:r>
            <a:r>
              <a:rPr lang="ru-RU" dirty="0"/>
              <a:t> </a:t>
            </a:r>
            <a:r>
              <a:rPr lang="ru-RU" dirty="0" err="1"/>
              <a:t>файли</a:t>
            </a:r>
            <a:r>
              <a:rPr lang="ru-RU" dirty="0"/>
              <a:t> до </a:t>
            </a:r>
            <a:r>
              <a:rPr lang="en-US" dirty="0"/>
              <a:t>staging area</a:t>
            </a:r>
            <a:endParaRPr lang="ru-RU" dirty="0"/>
          </a:p>
          <a:p>
            <a:r>
              <a:rPr lang="en-US" dirty="0"/>
              <a:t>			</a:t>
            </a:r>
            <a:r>
              <a:rPr lang="en-US" sz="2200" dirty="0">
                <a:solidFill>
                  <a:schemeClr val="accent2"/>
                </a:solidFill>
              </a:rPr>
              <a:t>git add 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72" y="1340768"/>
            <a:ext cx="8676456" cy="50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126188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Тепер</a:t>
            </a:r>
            <a:r>
              <a:rPr lang="ru-RU" dirty="0"/>
              <a:t> нам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відправити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до </a:t>
            </a:r>
            <a:r>
              <a:rPr lang="ru-RU" dirty="0" err="1"/>
              <a:t>репозіторія</a:t>
            </a:r>
            <a:r>
              <a:rPr lang="ru-RU" dirty="0"/>
              <a:t> GIT</a:t>
            </a:r>
          </a:p>
          <a:p>
            <a:r>
              <a:rPr lang="en-US" dirty="0"/>
              <a:t>	</a:t>
            </a:r>
            <a:r>
              <a:rPr lang="en-US" sz="2200" dirty="0" err="1">
                <a:solidFill>
                  <a:schemeClr val="accent2"/>
                </a:solidFill>
              </a:rPr>
              <a:t>git</a:t>
            </a:r>
            <a:r>
              <a:rPr lang="en-US" sz="2200" dirty="0">
                <a:solidFill>
                  <a:schemeClr val="accent2"/>
                </a:solidFill>
              </a:rPr>
              <a:t> commit –m  "initial commit"</a:t>
            </a:r>
            <a:r>
              <a:rPr lang="en-US" dirty="0"/>
              <a:t> </a:t>
            </a:r>
          </a:p>
          <a:p>
            <a:endParaRPr lang="ru-RU" dirty="0"/>
          </a:p>
          <a:p>
            <a:r>
              <a:rPr lang="ru-RU" dirty="0"/>
              <a:t>Де  </a:t>
            </a:r>
            <a:r>
              <a:rPr lang="en-US" dirty="0">
                <a:solidFill>
                  <a:srgbClr val="002060"/>
                </a:solidFill>
              </a:rPr>
              <a:t>–m  "initial commit"  </a:t>
            </a:r>
            <a:r>
              <a:rPr lang="en-US" dirty="0"/>
              <a:t>-&gt; </a:t>
            </a:r>
            <a:r>
              <a:rPr lang="ru-RU" dirty="0"/>
              <a:t>это </a:t>
            </a:r>
            <a:r>
              <a:rPr lang="ru-RU" dirty="0" err="1"/>
              <a:t>опис</a:t>
            </a:r>
            <a:r>
              <a:rPr lang="ru-RU" dirty="0"/>
              <a:t> </a:t>
            </a:r>
            <a:r>
              <a:rPr lang="ru-RU" dirty="0" err="1"/>
              <a:t>комміту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76" y="2132856"/>
            <a:ext cx="8604448" cy="27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/>
              <a:t>Післе</a:t>
            </a:r>
            <a:r>
              <a:rPr lang="uk-UA" dirty="0"/>
              <a:t> </a:t>
            </a:r>
            <a:r>
              <a:rPr lang="uk-UA" dirty="0" err="1"/>
              <a:t>комміту</a:t>
            </a:r>
            <a:r>
              <a:rPr lang="uk-UA" dirty="0"/>
              <a:t> набираємо</a:t>
            </a:r>
          </a:p>
          <a:p>
            <a:r>
              <a:rPr lang="en-US" dirty="0"/>
              <a:t>	</a:t>
            </a:r>
            <a:r>
              <a:rPr lang="en-US" sz="2200" dirty="0" err="1">
                <a:solidFill>
                  <a:schemeClr val="accent2"/>
                </a:solidFill>
              </a:rPr>
              <a:t>git</a:t>
            </a:r>
            <a:r>
              <a:rPr lang="en-US" sz="2200" dirty="0">
                <a:solidFill>
                  <a:schemeClr val="accent2"/>
                </a:solidFill>
              </a:rPr>
              <a:t> status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7" y="1196752"/>
            <a:ext cx="8460432" cy="2155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974" y="4293096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GIT нам </a:t>
            </a:r>
            <a:r>
              <a:rPr lang="ru-RU" dirty="0" err="1"/>
              <a:t>показує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ми внесли у файл</a:t>
            </a:r>
          </a:p>
          <a:p>
            <a:r>
              <a:rPr lang="ru-RU" dirty="0" err="1"/>
              <a:t>збережені</a:t>
            </a:r>
            <a:r>
              <a:rPr lang="ru-RU" dirty="0"/>
              <a:t> у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репозиторії</a:t>
            </a:r>
            <a:r>
              <a:rPr lang="ru-RU" dirty="0"/>
              <a:t>.</a:t>
            </a:r>
          </a:p>
          <a:p>
            <a:r>
              <a:rPr lang="ru-RU" dirty="0"/>
              <a:t>Таким чином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продовжувати</a:t>
            </a:r>
            <a:r>
              <a:rPr lang="ru-RU" dirty="0"/>
              <a:t> роботу </a:t>
            </a:r>
            <a:r>
              <a:rPr lang="ru-RU" dirty="0" err="1"/>
              <a:t>далі</a:t>
            </a:r>
            <a:r>
              <a:rPr lang="ru-RU" dirty="0"/>
              <a:t>, але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піде</a:t>
            </a:r>
            <a:r>
              <a:rPr lang="ru-RU" dirty="0"/>
              <a:t> не так (</a:t>
            </a:r>
            <a:r>
              <a:rPr lang="ru-RU" dirty="0" err="1"/>
              <a:t>наприклад</a:t>
            </a:r>
            <a:r>
              <a:rPr lang="ru-RU" dirty="0"/>
              <a:t> </a:t>
            </a:r>
            <a:r>
              <a:rPr lang="ru-RU" dirty="0" err="1"/>
              <a:t>файли</a:t>
            </a:r>
            <a:r>
              <a:rPr lang="ru-RU" dirty="0"/>
              <a:t> </a:t>
            </a:r>
            <a:r>
              <a:rPr lang="ru-RU" dirty="0" err="1"/>
              <a:t>випадково</a:t>
            </a:r>
            <a:r>
              <a:rPr lang="ru-RU" dirty="0"/>
              <a:t> </a:t>
            </a:r>
            <a:r>
              <a:rPr lang="ru-RU" dirty="0" err="1"/>
              <a:t>видалені</a:t>
            </a:r>
            <a:r>
              <a:rPr lang="ru-RU" dirty="0"/>
              <a:t>) то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повернутися</a:t>
            </a:r>
            <a:r>
              <a:rPr lang="ru-RU" dirty="0"/>
              <a:t> до </a:t>
            </a:r>
            <a:r>
              <a:rPr lang="ru-RU" dirty="0" err="1"/>
              <a:t>цієї</a:t>
            </a:r>
            <a:r>
              <a:rPr lang="ru-RU" dirty="0"/>
              <a:t> </a:t>
            </a:r>
            <a:r>
              <a:rPr lang="ru-RU" dirty="0" err="1"/>
              <a:t>збереженої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00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Для перегляду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коммітів</a:t>
            </a:r>
            <a:r>
              <a:rPr lang="ru-RU" dirty="0"/>
              <a:t> </a:t>
            </a:r>
            <a:r>
              <a:rPr lang="ru-RU"/>
              <a:t>набираємо</a:t>
            </a:r>
            <a:endParaRPr lang="ru-RU" dirty="0"/>
          </a:p>
          <a:p>
            <a:r>
              <a:rPr lang="en-US" dirty="0"/>
              <a:t>	</a:t>
            </a:r>
            <a:r>
              <a:rPr lang="en-US" sz="2200" dirty="0" err="1">
                <a:solidFill>
                  <a:schemeClr val="accent2"/>
                </a:solidFill>
              </a:rPr>
              <a:t>git</a:t>
            </a:r>
            <a:r>
              <a:rPr lang="en-US" sz="2200" dirty="0">
                <a:solidFill>
                  <a:schemeClr val="accent2"/>
                </a:solidFill>
              </a:rPr>
              <a:t> log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96752"/>
            <a:ext cx="8604448" cy="314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6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/>
          <p:cNvCxnSpPr/>
          <p:nvPr/>
        </p:nvCxnSpPr>
        <p:spPr>
          <a:xfrm>
            <a:off x="3059832" y="1700808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2879812" y="164254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2887823" y="2420888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2887823" y="3199227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лево 22"/>
          <p:cNvSpPr/>
          <p:nvPr/>
        </p:nvSpPr>
        <p:spPr>
          <a:xfrm>
            <a:off x="3419872" y="1433399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787" y="1579871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Commit 1</a:t>
            </a:r>
            <a:endParaRPr lang="ru-RU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64787" y="2348880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Commit 2</a:t>
            </a:r>
            <a:endParaRPr lang="ru-RU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65221" y="3138527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Commit 3</a:t>
            </a:r>
            <a:endParaRPr lang="ru-RU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83773" y="418255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</a:t>
            </a:r>
            <a:endParaRPr lang="ru-RU" b="1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063080" y="4038968"/>
            <a:ext cx="0" cy="14401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620688"/>
            <a:ext cx="3960440" cy="147732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&lt;h1&gt;Hello </a:t>
            </a:r>
            <a:r>
              <a:rPr lang="en-US" b="1" dirty="0" err="1"/>
              <a:t>Git</a:t>
            </a:r>
            <a:r>
              <a:rPr lang="en-US" b="1" dirty="0"/>
              <a:t>&lt;/h1&gt;</a:t>
            </a:r>
          </a:p>
          <a:p>
            <a:r>
              <a:rPr lang="en-US" b="1" dirty="0"/>
              <a:t>&lt;p&gt;this is paragraph&lt;/p&gt;</a:t>
            </a:r>
          </a:p>
          <a:p>
            <a:r>
              <a:rPr lang="en-US" b="1" dirty="0"/>
              <a:t>&lt;p&gt;another paragraph&lt;/p&gt;</a:t>
            </a:r>
          </a:p>
          <a:p>
            <a:endParaRPr lang="en-US" b="1" dirty="0"/>
          </a:p>
          <a:p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73248" y="18864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index.html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7191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7.40741E-7 L 0.00069 0.1187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11875 L 0.00069 0.22384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3" grpId="1" animBg="1"/>
      <p:bldP spid="23" grpId="2" animBg="1"/>
      <p:bldP spid="5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80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единительная линия 16"/>
          <p:cNvCxnSpPr/>
          <p:nvPr/>
        </p:nvCxnSpPr>
        <p:spPr>
          <a:xfrm>
            <a:off x="5892761" y="432121"/>
            <a:ext cx="341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5276581" y="764704"/>
            <a:ext cx="1512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7596336" y="362478"/>
            <a:ext cx="0" cy="8044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732240" y="2348880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6552220" y="2290621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560231" y="3068960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6560231" y="384729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лево 22"/>
          <p:cNvSpPr/>
          <p:nvPr/>
        </p:nvSpPr>
        <p:spPr>
          <a:xfrm>
            <a:off x="7092280" y="2081471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3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-0.00399 0.1083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3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4802</TotalTime>
  <Words>565</Words>
  <Application>Microsoft Office PowerPoint</Application>
  <PresentationFormat>Экран (4:3)</PresentationFormat>
  <Paragraphs>133</Paragraphs>
  <Slides>19</Slides>
  <Notes>19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795</cp:revision>
  <dcterms:created xsi:type="dcterms:W3CDTF">2012-03-08T07:38:11Z</dcterms:created>
  <dcterms:modified xsi:type="dcterms:W3CDTF">2024-07-24T15:21:10Z</dcterms:modified>
</cp:coreProperties>
</file>