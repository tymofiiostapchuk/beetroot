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8"/>
  </p:notesMasterIdLst>
  <p:sldIdLst>
    <p:sldId id="256" r:id="rId2"/>
    <p:sldId id="318" r:id="rId3"/>
    <p:sldId id="343" r:id="rId4"/>
    <p:sldId id="344" r:id="rId5"/>
    <p:sldId id="341" r:id="rId6"/>
    <p:sldId id="342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514" autoAdjust="0"/>
  </p:normalViewPr>
  <p:slideViewPr>
    <p:cSldViewPr>
      <p:cViewPr>
        <p:scale>
          <a:sx n="100" d="100"/>
          <a:sy n="100" d="100"/>
        </p:scale>
        <p:origin x="25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24.02.2019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PlayList</a:t>
            </a:r>
            <a:r>
              <a:rPr lang="en-US" sz="66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/>
            </a:r>
            <a:br>
              <a:rPr lang="en-US" sz="66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6600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classes</a:t>
            </a:r>
            <a:endParaRPr lang="ru-RU" sz="66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79512" y="548680"/>
            <a:ext cx="3888432" cy="3024336"/>
            <a:chOff x="2267744" y="1124744"/>
            <a:chExt cx="4824536" cy="2894722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2267744" y="1124744"/>
              <a:ext cx="4824536" cy="2894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Song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title: </a:t>
              </a:r>
              <a:r>
                <a:rPr lang="en-US" b="1" dirty="0" smtClean="0">
                  <a:solidFill>
                    <a:schemeClr val="tx1"/>
                  </a:solidFill>
                </a:rPr>
                <a:t>string 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duration: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artist: string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isPlaying</a:t>
              </a:r>
              <a:r>
                <a:rPr lang="en-US" b="1" dirty="0" smtClean="0">
                  <a:solidFill>
                    <a:schemeClr val="tx1"/>
                  </a:solidFill>
                </a:rPr>
                <a:t>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boolean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play():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stop():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toHtml</a:t>
              </a:r>
              <a:r>
                <a:rPr lang="en-US" b="1" dirty="0" smtClean="0">
                  <a:solidFill>
                    <a:schemeClr val="tx1"/>
                  </a:solidFill>
                </a:rPr>
                <a:t>: string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2267744" y="2924944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Группа 7"/>
          <p:cNvGrpSpPr/>
          <p:nvPr/>
        </p:nvGrpSpPr>
        <p:grpSpPr>
          <a:xfrm>
            <a:off x="4644008" y="548680"/>
            <a:ext cx="3888432" cy="3024336"/>
            <a:chOff x="2267744" y="1124744"/>
            <a:chExt cx="4824536" cy="297986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2267744" y="1124744"/>
              <a:ext cx="4824536" cy="29798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err="1" smtClean="0">
                  <a:solidFill>
                    <a:schemeClr val="tx1"/>
                  </a:solidFill>
                </a:rPr>
                <a:t>PlayList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songs: array  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nowIsPlaying</a:t>
              </a:r>
              <a:r>
                <a:rPr lang="en-US" b="1" dirty="0" smtClean="0">
                  <a:solidFill>
                    <a:schemeClr val="tx1"/>
                  </a:solidFill>
                </a:rPr>
                <a:t>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boolean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add(song: Song):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play(): void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+ </a:t>
              </a:r>
              <a:r>
                <a:rPr lang="en-US" b="1" dirty="0" smtClean="0">
                  <a:solidFill>
                    <a:schemeClr val="tx1"/>
                  </a:solidFill>
                </a:rPr>
                <a:t>stop(): void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+ </a:t>
              </a:r>
              <a:r>
                <a:rPr lang="en-US" b="1" dirty="0" smtClean="0">
                  <a:solidFill>
                    <a:schemeClr val="tx1"/>
                  </a:solidFill>
                </a:rPr>
                <a:t>next(): </a:t>
              </a:r>
              <a:r>
                <a:rPr lang="en-US" b="1" dirty="0">
                  <a:solidFill>
                    <a:schemeClr val="tx1"/>
                  </a:solidFill>
                </a:rPr>
                <a:t>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render: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Прямая соединительная линия 9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/>
            <p:nvPr/>
          </p:nvCxnSpPr>
          <p:spPr>
            <a:xfrm>
              <a:off x="2267744" y="234888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0172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79512" y="548680"/>
            <a:ext cx="3888432" cy="3024336"/>
            <a:chOff x="2267744" y="1124744"/>
            <a:chExt cx="4824536" cy="2894722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2267744" y="1124744"/>
              <a:ext cx="4824536" cy="2894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Song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title: </a:t>
              </a:r>
              <a:r>
                <a:rPr lang="en-US" b="1" dirty="0" smtClean="0">
                  <a:solidFill>
                    <a:schemeClr val="tx1"/>
                  </a:solidFill>
                </a:rPr>
                <a:t>string 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duration: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isPlaying</a:t>
              </a:r>
              <a:r>
                <a:rPr lang="en-US" b="1" dirty="0" smtClean="0">
                  <a:solidFill>
                    <a:schemeClr val="tx1"/>
                  </a:solidFill>
                </a:rPr>
                <a:t>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boolean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>
                  <a:solidFill>
                    <a:srgbClr val="FF0000"/>
                  </a:solidFill>
                </a:rPr>
                <a:t>+ artist: string</a:t>
              </a: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play():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stop():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toHtml</a:t>
              </a:r>
              <a:r>
                <a:rPr lang="en-US" b="1" dirty="0" smtClean="0">
                  <a:solidFill>
                    <a:schemeClr val="tx1"/>
                  </a:solidFill>
                </a:rPr>
                <a:t>: string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2267744" y="2924944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Группа 11"/>
          <p:cNvGrpSpPr/>
          <p:nvPr/>
        </p:nvGrpSpPr>
        <p:grpSpPr>
          <a:xfrm>
            <a:off x="4572000" y="548680"/>
            <a:ext cx="3888432" cy="3024336"/>
            <a:chOff x="2267744" y="1124744"/>
            <a:chExt cx="4824536" cy="2894722"/>
          </a:xfrm>
        </p:grpSpPr>
        <p:sp>
          <p:nvSpPr>
            <p:cNvPr id="13" name="Прямоугольник 12"/>
            <p:cNvSpPr/>
            <p:nvPr/>
          </p:nvSpPr>
          <p:spPr>
            <a:xfrm>
              <a:off x="2267744" y="1124744"/>
              <a:ext cx="4824536" cy="28947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Movie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title: </a:t>
              </a:r>
              <a:r>
                <a:rPr lang="en-US" b="1" dirty="0" smtClean="0">
                  <a:solidFill>
                    <a:schemeClr val="tx1"/>
                  </a:solidFill>
                </a:rPr>
                <a:t>string 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duration: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isPlaying</a:t>
              </a:r>
              <a:r>
                <a:rPr lang="en-US" b="1" dirty="0" smtClean="0">
                  <a:solidFill>
                    <a:schemeClr val="tx1"/>
                  </a:solidFill>
                </a:rPr>
                <a:t>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boolean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>
                  <a:solidFill>
                    <a:srgbClr val="FF0000"/>
                  </a:solidFill>
                </a:rPr>
                <a:t>+ </a:t>
              </a:r>
              <a:r>
                <a:rPr lang="en-US" b="1" dirty="0" smtClean="0">
                  <a:solidFill>
                    <a:srgbClr val="FF0000"/>
                  </a:solidFill>
                </a:rPr>
                <a:t>year: </a:t>
              </a:r>
              <a:r>
                <a:rPr lang="en-US" b="1" dirty="0">
                  <a:solidFill>
                    <a:srgbClr val="FF0000"/>
                  </a:solidFill>
                </a:rPr>
                <a:t>string</a:t>
              </a: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play():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stop():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toHtml</a:t>
              </a:r>
              <a:r>
                <a:rPr lang="en-US" b="1" dirty="0" smtClean="0">
                  <a:solidFill>
                    <a:schemeClr val="tx1"/>
                  </a:solidFill>
                </a:rPr>
                <a:t>: string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Прямая соединительная линия 13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267744" y="2924944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569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179512" y="4005064"/>
            <a:ext cx="3888432" cy="1080120"/>
            <a:chOff x="2267744" y="1124744"/>
            <a:chExt cx="4824536" cy="1033829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2267744" y="1124744"/>
              <a:ext cx="4824536" cy="10338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Song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rgbClr val="FF0000"/>
                  </a:solidFill>
                </a:rPr>
                <a:t>+ </a:t>
              </a:r>
              <a:r>
                <a:rPr lang="en-US" b="1" dirty="0">
                  <a:solidFill>
                    <a:srgbClr val="FF0000"/>
                  </a:solidFill>
                </a:rPr>
                <a:t>artist: </a:t>
              </a:r>
              <a:r>
                <a:rPr lang="en-US" b="1" dirty="0" smtClean="0">
                  <a:solidFill>
                    <a:srgbClr val="FF0000"/>
                  </a:solidFill>
                </a:rPr>
                <a:t>string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Группа 11"/>
          <p:cNvGrpSpPr/>
          <p:nvPr/>
        </p:nvGrpSpPr>
        <p:grpSpPr>
          <a:xfrm>
            <a:off x="4572000" y="4005064"/>
            <a:ext cx="3888432" cy="1080120"/>
            <a:chOff x="2267744" y="1124744"/>
            <a:chExt cx="4824536" cy="1033829"/>
          </a:xfrm>
        </p:grpSpPr>
        <p:sp>
          <p:nvSpPr>
            <p:cNvPr id="13" name="Прямоугольник 12"/>
            <p:cNvSpPr/>
            <p:nvPr/>
          </p:nvSpPr>
          <p:spPr>
            <a:xfrm>
              <a:off x="2267744" y="1124744"/>
              <a:ext cx="4824536" cy="10338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Movie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rgbClr val="FF0000"/>
                  </a:solidFill>
                </a:rPr>
                <a:t>+ year: </a:t>
              </a:r>
              <a:r>
                <a:rPr lang="en-US" b="1" dirty="0">
                  <a:solidFill>
                    <a:srgbClr val="FF0000"/>
                  </a:solidFill>
                </a:rPr>
                <a:t>string</a:t>
              </a: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Прямая соединительная линия 13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/>
          <p:cNvGrpSpPr/>
          <p:nvPr/>
        </p:nvGrpSpPr>
        <p:grpSpPr>
          <a:xfrm>
            <a:off x="2627784" y="116632"/>
            <a:ext cx="3888432" cy="2592288"/>
            <a:chOff x="2267744" y="1124744"/>
            <a:chExt cx="4824536" cy="2481190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2267744" y="1124744"/>
              <a:ext cx="4824536" cy="24811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Media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title: </a:t>
              </a:r>
              <a:r>
                <a:rPr lang="en-US" b="1" dirty="0" smtClean="0">
                  <a:solidFill>
                    <a:schemeClr val="tx1"/>
                  </a:solidFill>
                </a:rPr>
                <a:t>string 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duration: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int</a:t>
              </a:r>
              <a:r>
                <a:rPr lang="en-US" b="1" dirty="0" smtClean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isPlaying</a:t>
              </a:r>
              <a:r>
                <a:rPr lang="en-US" b="1" dirty="0" smtClean="0">
                  <a:solidFill>
                    <a:schemeClr val="tx1"/>
                  </a:solidFill>
                </a:rPr>
                <a:t>: </a:t>
              </a:r>
              <a:r>
                <a:rPr lang="en-US" b="1" dirty="0" err="1" smtClean="0">
                  <a:solidFill>
                    <a:schemeClr val="tx1"/>
                  </a:solidFill>
                </a:rPr>
                <a:t>boolean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play():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stop(): void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+ </a:t>
              </a:r>
              <a:r>
                <a:rPr lang="en-US" b="1" dirty="0" err="1" smtClean="0">
                  <a:solidFill>
                    <a:schemeClr val="tx1"/>
                  </a:solidFill>
                </a:rPr>
                <a:t>toHtml</a:t>
              </a:r>
              <a:r>
                <a:rPr lang="en-US" b="1" dirty="0" smtClean="0">
                  <a:solidFill>
                    <a:schemeClr val="tx1"/>
                  </a:solidFill>
                </a:rPr>
                <a:t>: string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r>
                <a:rPr lang="en-US" b="1" dirty="0" smtClean="0">
                  <a:solidFill>
                    <a:schemeClr val="tx1"/>
                  </a:solidFill>
                </a:rPr>
                <a:t>         </a:t>
              </a:r>
              <a:endParaRPr lang="en-US" b="1" dirty="0" smtClean="0">
                <a:solidFill>
                  <a:schemeClr val="tx1"/>
                </a:solidFill>
              </a:endParaRPr>
            </a:p>
            <a:p>
              <a:endParaRPr lang="ru-RU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Прямая соединительная линия 15"/>
            <p:cNvCxnSpPr/>
            <p:nvPr/>
          </p:nvCxnSpPr>
          <p:spPr>
            <a:xfrm>
              <a:off x="2267744" y="1628800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2267744" y="2572105"/>
              <a:ext cx="48245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Прямая соединительная линия 18"/>
          <p:cNvCxnSpPr/>
          <p:nvPr/>
        </p:nvCxnSpPr>
        <p:spPr>
          <a:xfrm>
            <a:off x="3437874" y="2949662"/>
            <a:ext cx="0" cy="10554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Равнобедренный треугольник 19"/>
          <p:cNvSpPr/>
          <p:nvPr/>
        </p:nvSpPr>
        <p:spPr>
          <a:xfrm>
            <a:off x="3347864" y="2724624"/>
            <a:ext cx="180020" cy="21927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>
            <a:off x="5130062" y="2933958"/>
            <a:ext cx="0" cy="10554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Равнобедренный треугольник 28"/>
          <p:cNvSpPr/>
          <p:nvPr/>
        </p:nvSpPr>
        <p:spPr>
          <a:xfrm>
            <a:off x="5040052" y="2708920"/>
            <a:ext cx="180020" cy="219271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80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 smtClean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 smtClean="0"/>
              <a:t>_</a:t>
            </a:r>
            <a:endParaRPr lang="da-DK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5867</TotalTime>
  <Words>161</Words>
  <Application>Microsoft Office PowerPoint</Application>
  <PresentationFormat>Экран (4:3)</PresentationFormat>
  <Paragraphs>63</Paragraphs>
  <Slides>6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Courier New</vt:lpstr>
      <vt:lpstr>Verdana</vt:lpstr>
      <vt:lpstr>Wingdings 2</vt:lpstr>
      <vt:lpstr>Wingdings 3</vt:lpstr>
      <vt:lpstr>Тема1</vt:lpstr>
      <vt:lpstr>PlayList classes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roman</cp:lastModifiedBy>
  <cp:revision>863</cp:revision>
  <dcterms:modified xsi:type="dcterms:W3CDTF">2019-02-24T12:30:41Z</dcterms:modified>
</cp:coreProperties>
</file>