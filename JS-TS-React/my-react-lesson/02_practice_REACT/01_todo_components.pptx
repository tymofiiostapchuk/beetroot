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5"/>
  </p:notesMasterIdLst>
  <p:sldIdLst>
    <p:sldId id="343" r:id="rId2"/>
    <p:sldId id="341" r:id="rId3"/>
    <p:sldId id="342" r:id="rId4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756F2"/>
    <a:srgbClr val="ABDF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0" autoAdjust="0"/>
    <p:restoredTop sz="94514" autoAdjust="0"/>
  </p:normalViewPr>
  <p:slideViewPr>
    <p:cSldViewPr>
      <p:cViewPr>
        <p:scale>
          <a:sx n="100" d="100"/>
          <a:sy n="100" d="100"/>
        </p:scale>
        <p:origin x="512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14.04.2024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806ED3A-1925-4104-B867-429798D972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558407"/>
            <a:ext cx="9144000" cy="4454769"/>
          </a:xfrm>
          <a:prstGeom prst="rect">
            <a:avLst/>
          </a:prstGeom>
        </p:spPr>
      </p:pic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BA9DB7E-E7A7-470C-987B-BE73ABB4AA56}"/>
              </a:ext>
            </a:extLst>
          </p:cNvPr>
          <p:cNvGrpSpPr/>
          <p:nvPr/>
        </p:nvGrpSpPr>
        <p:grpSpPr>
          <a:xfrm>
            <a:off x="107504" y="18360"/>
            <a:ext cx="8928992" cy="5210840"/>
            <a:chOff x="107504" y="18361"/>
            <a:chExt cx="8928992" cy="5210840"/>
          </a:xfrm>
        </p:grpSpPr>
        <p:sp>
          <p:nvSpPr>
            <p:cNvPr id="25" name="Прямоугольник 24">
              <a:extLst>
                <a:ext uri="{FF2B5EF4-FFF2-40B4-BE49-F238E27FC236}">
                  <a16:creationId xmlns:a16="http://schemas.microsoft.com/office/drawing/2014/main" id="{9F8C638F-CCC8-486D-BD80-58C8182DDD6E}"/>
                </a:ext>
              </a:extLst>
            </p:cNvPr>
            <p:cNvSpPr/>
            <p:nvPr/>
          </p:nvSpPr>
          <p:spPr>
            <a:xfrm>
              <a:off x="107504" y="260649"/>
              <a:ext cx="8928992" cy="49685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CC1747C-76B8-4C28-B850-55D7D602A487}"/>
                </a:ext>
              </a:extLst>
            </p:cNvPr>
            <p:cNvSpPr txBox="1"/>
            <p:nvPr/>
          </p:nvSpPr>
          <p:spPr>
            <a:xfrm>
              <a:off x="7236296" y="18361"/>
              <a:ext cx="1475084" cy="461665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2400" b="1" dirty="0" err="1"/>
                <a:t>App.jsx</a:t>
              </a:r>
              <a:endParaRPr lang="ru-UA" sz="2400" b="1" dirty="0"/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7210DEE2-E97F-4E2C-8DF4-936A15BECD89}"/>
              </a:ext>
            </a:extLst>
          </p:cNvPr>
          <p:cNvGrpSpPr/>
          <p:nvPr/>
        </p:nvGrpSpPr>
        <p:grpSpPr>
          <a:xfrm>
            <a:off x="179512" y="369245"/>
            <a:ext cx="4896544" cy="4643931"/>
            <a:chOff x="251520" y="369245"/>
            <a:chExt cx="4896544" cy="4643931"/>
          </a:xfrm>
        </p:grpSpPr>
        <p:sp>
          <p:nvSpPr>
            <p:cNvPr id="27" name="Прямоугольник 26">
              <a:extLst>
                <a:ext uri="{FF2B5EF4-FFF2-40B4-BE49-F238E27FC236}">
                  <a16:creationId xmlns:a16="http://schemas.microsoft.com/office/drawing/2014/main" id="{E3CF3FEC-5479-4C87-950B-7A267BB911DF}"/>
                </a:ext>
              </a:extLst>
            </p:cNvPr>
            <p:cNvSpPr/>
            <p:nvPr/>
          </p:nvSpPr>
          <p:spPr>
            <a:xfrm>
              <a:off x="251520" y="558408"/>
              <a:ext cx="4896544" cy="4454768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15733D3-183C-4D84-86CA-6C80B93D38A6}"/>
                </a:ext>
              </a:extLst>
            </p:cNvPr>
            <p:cNvSpPr txBox="1"/>
            <p:nvPr/>
          </p:nvSpPr>
          <p:spPr>
            <a:xfrm>
              <a:off x="3038270" y="369245"/>
              <a:ext cx="1976823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FF0000"/>
                  </a:solidFill>
                </a:rPr>
                <a:t>TasksList.jsx</a:t>
              </a:r>
              <a:endParaRPr lang="ru-UA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1" name="Группа 20">
            <a:extLst>
              <a:ext uri="{FF2B5EF4-FFF2-40B4-BE49-F238E27FC236}">
                <a16:creationId xmlns:a16="http://schemas.microsoft.com/office/drawing/2014/main" id="{3E6243AC-BDEA-43F7-B41E-14A9017B1B14}"/>
              </a:ext>
            </a:extLst>
          </p:cNvPr>
          <p:cNvGrpSpPr/>
          <p:nvPr/>
        </p:nvGrpSpPr>
        <p:grpSpPr>
          <a:xfrm>
            <a:off x="179512" y="631150"/>
            <a:ext cx="4763573" cy="997650"/>
            <a:chOff x="179512" y="631150"/>
            <a:chExt cx="4763573" cy="997650"/>
          </a:xfrm>
        </p:grpSpPr>
        <p:sp>
          <p:nvSpPr>
            <p:cNvPr id="33" name="Прямоугольник 32">
              <a:extLst>
                <a:ext uri="{FF2B5EF4-FFF2-40B4-BE49-F238E27FC236}">
                  <a16:creationId xmlns:a16="http://schemas.microsoft.com/office/drawing/2014/main" id="{6C630F0C-3F31-4A2D-8DF9-49DFB28B586F}"/>
                </a:ext>
              </a:extLst>
            </p:cNvPr>
            <p:cNvSpPr/>
            <p:nvPr/>
          </p:nvSpPr>
          <p:spPr>
            <a:xfrm>
              <a:off x="179512" y="836712"/>
              <a:ext cx="4763573" cy="792088"/>
            </a:xfrm>
            <a:prstGeom prst="rect">
              <a:avLst/>
            </a:prstGeom>
            <a:noFill/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15D3758-E3D3-482D-85B9-DF5BEC801517}"/>
                </a:ext>
              </a:extLst>
            </p:cNvPr>
            <p:cNvSpPr txBox="1"/>
            <p:nvPr/>
          </p:nvSpPr>
          <p:spPr>
            <a:xfrm>
              <a:off x="446617" y="631150"/>
              <a:ext cx="2114681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7030A0"/>
                  </a:solidFill>
                </a:rPr>
                <a:t>TaskFilter.jsx</a:t>
              </a:r>
              <a:endParaRPr lang="ru-UA" b="1" dirty="0">
                <a:solidFill>
                  <a:srgbClr val="7030A0"/>
                </a:solidFill>
              </a:endParaRPr>
            </a:p>
          </p:txBody>
        </p:sp>
      </p:grpSp>
      <p:grpSp>
        <p:nvGrpSpPr>
          <p:cNvPr id="22" name="Группа 21">
            <a:extLst>
              <a:ext uri="{FF2B5EF4-FFF2-40B4-BE49-F238E27FC236}">
                <a16:creationId xmlns:a16="http://schemas.microsoft.com/office/drawing/2014/main" id="{D2A7E8CB-B714-499D-B754-0494F7C0C58B}"/>
              </a:ext>
            </a:extLst>
          </p:cNvPr>
          <p:cNvGrpSpPr/>
          <p:nvPr/>
        </p:nvGrpSpPr>
        <p:grpSpPr>
          <a:xfrm>
            <a:off x="274673" y="1872988"/>
            <a:ext cx="4513351" cy="619906"/>
            <a:chOff x="2315324" y="5856320"/>
            <a:chExt cx="4513351" cy="664860"/>
          </a:xfrm>
        </p:grpSpPr>
        <p:sp>
          <p:nvSpPr>
            <p:cNvPr id="45" name="Прямоугольник 44">
              <a:extLst>
                <a:ext uri="{FF2B5EF4-FFF2-40B4-BE49-F238E27FC236}">
                  <a16:creationId xmlns:a16="http://schemas.microsoft.com/office/drawing/2014/main" id="{976600F9-A26F-4EE6-B0ED-FD4E1BC1B120}"/>
                </a:ext>
              </a:extLst>
            </p:cNvPr>
            <p:cNvSpPr/>
            <p:nvPr/>
          </p:nvSpPr>
          <p:spPr>
            <a:xfrm>
              <a:off x="2315324" y="5856320"/>
              <a:ext cx="4513351" cy="66486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8E30E247-D2F9-4B8A-985C-2D5675F4405B}"/>
                </a:ext>
              </a:extLst>
            </p:cNvPr>
            <p:cNvSpPr txBox="1"/>
            <p:nvPr/>
          </p:nvSpPr>
          <p:spPr>
            <a:xfrm>
              <a:off x="3958183" y="5903343"/>
              <a:ext cx="12875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00B050"/>
                  </a:solidFill>
                </a:rPr>
                <a:t>Task.jsx</a:t>
              </a:r>
              <a:endParaRPr lang="ru-UA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0" name="Группа 59">
            <a:extLst>
              <a:ext uri="{FF2B5EF4-FFF2-40B4-BE49-F238E27FC236}">
                <a16:creationId xmlns:a16="http://schemas.microsoft.com/office/drawing/2014/main" id="{80F0DCEA-50EB-417C-A790-5FC639DD7BBA}"/>
              </a:ext>
            </a:extLst>
          </p:cNvPr>
          <p:cNvGrpSpPr/>
          <p:nvPr/>
        </p:nvGrpSpPr>
        <p:grpSpPr>
          <a:xfrm>
            <a:off x="274673" y="2593070"/>
            <a:ext cx="4513351" cy="619906"/>
            <a:chOff x="2315324" y="5856320"/>
            <a:chExt cx="4513351" cy="664860"/>
          </a:xfrm>
        </p:grpSpPr>
        <p:sp>
          <p:nvSpPr>
            <p:cNvPr id="61" name="Прямоугольник 60">
              <a:extLst>
                <a:ext uri="{FF2B5EF4-FFF2-40B4-BE49-F238E27FC236}">
                  <a16:creationId xmlns:a16="http://schemas.microsoft.com/office/drawing/2014/main" id="{4A34035C-6DA2-427C-8FC2-434AA15AF997}"/>
                </a:ext>
              </a:extLst>
            </p:cNvPr>
            <p:cNvSpPr/>
            <p:nvPr/>
          </p:nvSpPr>
          <p:spPr>
            <a:xfrm>
              <a:off x="2315324" y="5856320"/>
              <a:ext cx="4513351" cy="66486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9B6656E-1736-48DF-8BAA-76A7B5B00FF1}"/>
                </a:ext>
              </a:extLst>
            </p:cNvPr>
            <p:cNvSpPr txBox="1"/>
            <p:nvPr/>
          </p:nvSpPr>
          <p:spPr>
            <a:xfrm>
              <a:off x="3958183" y="5903343"/>
              <a:ext cx="12875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00B050"/>
                  </a:solidFill>
                </a:rPr>
                <a:t>Task.jsx</a:t>
              </a:r>
              <a:endParaRPr lang="ru-UA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3" name="Группа 62">
            <a:extLst>
              <a:ext uri="{FF2B5EF4-FFF2-40B4-BE49-F238E27FC236}">
                <a16:creationId xmlns:a16="http://schemas.microsoft.com/office/drawing/2014/main" id="{C5E77004-1AFA-45DE-8C01-809DA36F53C9}"/>
              </a:ext>
            </a:extLst>
          </p:cNvPr>
          <p:cNvGrpSpPr/>
          <p:nvPr/>
        </p:nvGrpSpPr>
        <p:grpSpPr>
          <a:xfrm>
            <a:off x="274673" y="3313152"/>
            <a:ext cx="4513351" cy="619906"/>
            <a:chOff x="2315324" y="5856320"/>
            <a:chExt cx="4513351" cy="664860"/>
          </a:xfrm>
        </p:grpSpPr>
        <p:sp>
          <p:nvSpPr>
            <p:cNvPr id="64" name="Прямоугольник 63">
              <a:extLst>
                <a:ext uri="{FF2B5EF4-FFF2-40B4-BE49-F238E27FC236}">
                  <a16:creationId xmlns:a16="http://schemas.microsoft.com/office/drawing/2014/main" id="{9AC2E134-27DF-41AD-A00C-A47EF5EBCF2D}"/>
                </a:ext>
              </a:extLst>
            </p:cNvPr>
            <p:cNvSpPr/>
            <p:nvPr/>
          </p:nvSpPr>
          <p:spPr>
            <a:xfrm>
              <a:off x="2315324" y="5856320"/>
              <a:ext cx="4513351" cy="66486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 dirty="0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52D8CBCB-03EE-417C-B15E-C02024663153}"/>
                </a:ext>
              </a:extLst>
            </p:cNvPr>
            <p:cNvSpPr txBox="1"/>
            <p:nvPr/>
          </p:nvSpPr>
          <p:spPr>
            <a:xfrm>
              <a:off x="3958183" y="5903343"/>
              <a:ext cx="12875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00B050"/>
                  </a:solidFill>
                </a:rPr>
                <a:t>Task.jsx</a:t>
              </a:r>
              <a:endParaRPr lang="ru-UA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66" name="Группа 65">
            <a:extLst>
              <a:ext uri="{FF2B5EF4-FFF2-40B4-BE49-F238E27FC236}">
                <a16:creationId xmlns:a16="http://schemas.microsoft.com/office/drawing/2014/main" id="{97A767F8-77D6-4968-A940-DD40D948CB6B}"/>
              </a:ext>
            </a:extLst>
          </p:cNvPr>
          <p:cNvGrpSpPr/>
          <p:nvPr/>
        </p:nvGrpSpPr>
        <p:grpSpPr>
          <a:xfrm>
            <a:off x="274673" y="4033234"/>
            <a:ext cx="4513351" cy="619906"/>
            <a:chOff x="2315324" y="5856320"/>
            <a:chExt cx="4513351" cy="664860"/>
          </a:xfrm>
        </p:grpSpPr>
        <p:sp>
          <p:nvSpPr>
            <p:cNvPr id="67" name="Прямоугольник 66">
              <a:extLst>
                <a:ext uri="{FF2B5EF4-FFF2-40B4-BE49-F238E27FC236}">
                  <a16:creationId xmlns:a16="http://schemas.microsoft.com/office/drawing/2014/main" id="{CE0E98F3-6107-4DD9-8C70-D1178316C952}"/>
                </a:ext>
              </a:extLst>
            </p:cNvPr>
            <p:cNvSpPr/>
            <p:nvPr/>
          </p:nvSpPr>
          <p:spPr>
            <a:xfrm>
              <a:off x="2315324" y="5856320"/>
              <a:ext cx="4513351" cy="664860"/>
            </a:xfrm>
            <a:prstGeom prst="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02A99E5-1886-45A7-B13E-9738F9F75F62}"/>
                </a:ext>
              </a:extLst>
            </p:cNvPr>
            <p:cNvSpPr txBox="1"/>
            <p:nvPr/>
          </p:nvSpPr>
          <p:spPr>
            <a:xfrm>
              <a:off x="3958183" y="5903343"/>
              <a:ext cx="128753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00B050"/>
                  </a:solidFill>
                </a:rPr>
                <a:t>Task.jsx</a:t>
              </a:r>
              <a:endParaRPr lang="ru-UA" b="1" dirty="0">
                <a:solidFill>
                  <a:srgbClr val="00B050"/>
                </a:solidFill>
              </a:endParaRPr>
            </a:p>
          </p:txBody>
        </p:sp>
      </p:grpSp>
      <p:grpSp>
        <p:nvGrpSpPr>
          <p:cNvPr id="23" name="Группа 22">
            <a:extLst>
              <a:ext uri="{FF2B5EF4-FFF2-40B4-BE49-F238E27FC236}">
                <a16:creationId xmlns:a16="http://schemas.microsoft.com/office/drawing/2014/main" id="{358878CF-DEFB-47C5-A47E-FB48B1FE7BF7}"/>
              </a:ext>
            </a:extLst>
          </p:cNvPr>
          <p:cNvGrpSpPr/>
          <p:nvPr/>
        </p:nvGrpSpPr>
        <p:grpSpPr>
          <a:xfrm>
            <a:off x="5356964" y="780384"/>
            <a:ext cx="3492388" cy="1480808"/>
            <a:chOff x="5356964" y="780384"/>
            <a:chExt cx="3492388" cy="1480808"/>
          </a:xfrm>
        </p:grpSpPr>
        <p:sp>
          <p:nvSpPr>
            <p:cNvPr id="69" name="Прямоугольник 68">
              <a:extLst>
                <a:ext uri="{FF2B5EF4-FFF2-40B4-BE49-F238E27FC236}">
                  <a16:creationId xmlns:a16="http://schemas.microsoft.com/office/drawing/2014/main" id="{0D92AD71-D3E0-4607-A40A-FA31C20E564A}"/>
                </a:ext>
              </a:extLst>
            </p:cNvPr>
            <p:cNvSpPr/>
            <p:nvPr/>
          </p:nvSpPr>
          <p:spPr>
            <a:xfrm>
              <a:off x="5356964" y="946992"/>
              <a:ext cx="3492388" cy="1314200"/>
            </a:xfrm>
            <a:prstGeom prst="rect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1D6197F4-0160-4B32-8879-AF76E2F1C9DC}"/>
                </a:ext>
              </a:extLst>
            </p:cNvPr>
            <p:cNvSpPr txBox="1"/>
            <p:nvPr/>
          </p:nvSpPr>
          <p:spPr>
            <a:xfrm>
              <a:off x="5541347" y="780384"/>
              <a:ext cx="183896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00B0F0"/>
                  </a:solidFill>
                </a:rPr>
                <a:t>TaskInfo.jsx</a:t>
              </a:r>
              <a:endParaRPr lang="ru-UA" b="1" dirty="0">
                <a:solidFill>
                  <a:srgbClr val="00B0F0"/>
                </a:solidFill>
              </a:endParaRPr>
            </a:p>
          </p:txBody>
        </p:sp>
      </p:grpSp>
      <p:grpSp>
        <p:nvGrpSpPr>
          <p:cNvPr id="24" name="Группа 23">
            <a:extLst>
              <a:ext uri="{FF2B5EF4-FFF2-40B4-BE49-F238E27FC236}">
                <a16:creationId xmlns:a16="http://schemas.microsoft.com/office/drawing/2014/main" id="{FBAF1019-72F7-47CF-B63C-D104FD18A56B}"/>
              </a:ext>
            </a:extLst>
          </p:cNvPr>
          <p:cNvGrpSpPr/>
          <p:nvPr/>
        </p:nvGrpSpPr>
        <p:grpSpPr>
          <a:xfrm>
            <a:off x="5364088" y="2533691"/>
            <a:ext cx="3600400" cy="1543387"/>
            <a:chOff x="5364088" y="2533691"/>
            <a:chExt cx="3600400" cy="1543387"/>
          </a:xfrm>
        </p:grpSpPr>
        <p:sp>
          <p:nvSpPr>
            <p:cNvPr id="72" name="Прямоугольник 71">
              <a:extLst>
                <a:ext uri="{FF2B5EF4-FFF2-40B4-BE49-F238E27FC236}">
                  <a16:creationId xmlns:a16="http://schemas.microsoft.com/office/drawing/2014/main" id="{CB6D6182-5C25-429E-918C-803F110B96EF}"/>
                </a:ext>
              </a:extLst>
            </p:cNvPr>
            <p:cNvSpPr/>
            <p:nvPr/>
          </p:nvSpPr>
          <p:spPr>
            <a:xfrm>
              <a:off x="5364088" y="2719028"/>
              <a:ext cx="3600400" cy="1358050"/>
            </a:xfrm>
            <a:prstGeom prst="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UA"/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4F9AE197-C6F4-4432-BA3A-5A2F8236FFC0}"/>
                </a:ext>
              </a:extLst>
            </p:cNvPr>
            <p:cNvSpPr txBox="1"/>
            <p:nvPr/>
          </p:nvSpPr>
          <p:spPr>
            <a:xfrm>
              <a:off x="6725702" y="2533691"/>
              <a:ext cx="183896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 err="1">
                  <a:solidFill>
                    <a:srgbClr val="7030A0"/>
                  </a:solidFill>
                </a:rPr>
                <a:t>TaskInfo.jsx</a:t>
              </a:r>
              <a:endParaRPr lang="ru-UA" b="1" dirty="0">
                <a:solidFill>
                  <a:srgbClr val="7030A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45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7504" y="107340"/>
            <a:ext cx="604867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_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92696"/>
            <a:ext cx="892899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a-DK" b="1" dirty="0"/>
              <a:t>_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504" y="1203717"/>
            <a:ext cx="8928992" cy="369332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7504" y="1844824"/>
            <a:ext cx="8928992" cy="369332"/>
          </a:xfrm>
          <a:prstGeom prst="rect">
            <a:avLst/>
          </a:prstGeom>
          <a:solidFill>
            <a:srgbClr val="92D050">
              <a:alpha val="14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2485931"/>
            <a:ext cx="8928992" cy="369332"/>
          </a:xfrm>
          <a:prstGeom prst="rect">
            <a:avLst/>
          </a:prstGeom>
          <a:solidFill>
            <a:srgbClr val="FFFF00">
              <a:alpha val="16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7504" y="3127038"/>
            <a:ext cx="8928992" cy="369332"/>
          </a:xfrm>
          <a:prstGeom prst="rect">
            <a:avLst/>
          </a:prstGeom>
          <a:solidFill>
            <a:srgbClr val="00B0F0">
              <a:alpha val="8000"/>
            </a:srgbClr>
          </a:solidFill>
          <a:ln w="952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itchFamily="49" charset="0"/>
                <a:cs typeface="Courier New" pitchFamily="49" charset="0"/>
              </a:rPr>
              <a:t>_</a:t>
            </a:r>
            <a:endParaRPr lang="ru-RU" b="1" dirty="0"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412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6733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5926</TotalTime>
  <Words>33</Words>
  <Application>Microsoft Office PowerPoint</Application>
  <PresentationFormat>Экран (4:3)</PresentationFormat>
  <Paragraphs>15</Paragraphs>
  <Slides>3</Slides>
  <Notes>0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Calibri</vt:lpstr>
      <vt:lpstr>Courier New</vt:lpstr>
      <vt:lpstr>Verdana</vt:lpstr>
      <vt:lpstr>Wingdings 2</vt:lpstr>
      <vt:lpstr>Wingdings 3</vt:lpstr>
      <vt:lpstr>Тема1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877</cp:revision>
  <dcterms:modified xsi:type="dcterms:W3CDTF">2024-04-14T14:58:22Z</dcterms:modified>
</cp:coreProperties>
</file>