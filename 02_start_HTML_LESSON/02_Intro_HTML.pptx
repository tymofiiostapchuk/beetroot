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29"/>
  </p:notesMasterIdLst>
  <p:sldIdLst>
    <p:sldId id="256" r:id="rId2"/>
    <p:sldId id="301" r:id="rId3"/>
    <p:sldId id="290" r:id="rId4"/>
    <p:sldId id="398" r:id="rId5"/>
    <p:sldId id="291" r:id="rId6"/>
    <p:sldId id="298" r:id="rId7"/>
    <p:sldId id="299" r:id="rId8"/>
    <p:sldId id="397" r:id="rId9"/>
    <p:sldId id="399" r:id="rId10"/>
    <p:sldId id="400" r:id="rId11"/>
    <p:sldId id="315" r:id="rId12"/>
    <p:sldId id="316" r:id="rId13"/>
    <p:sldId id="396" r:id="rId14"/>
    <p:sldId id="391" r:id="rId15"/>
    <p:sldId id="331" r:id="rId16"/>
    <p:sldId id="332" r:id="rId17"/>
    <p:sldId id="334" r:id="rId18"/>
    <p:sldId id="335" r:id="rId19"/>
    <p:sldId id="336" r:id="rId20"/>
    <p:sldId id="337" r:id="rId21"/>
    <p:sldId id="338" r:id="rId22"/>
    <p:sldId id="339" r:id="rId23"/>
    <p:sldId id="340" r:id="rId24"/>
    <p:sldId id="352" r:id="rId25"/>
    <p:sldId id="353" r:id="rId26"/>
    <p:sldId id="354" r:id="rId27"/>
    <p:sldId id="328" r:id="rId28"/>
  </p:sldIdLst>
  <p:sldSz cx="9144000" cy="6858000" type="screen4x3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Раздел по умолчанию" id="{1E6644B4-65A5-4627-939F-F5AC1E1D260F}">
          <p14:sldIdLst>
            <p14:sldId id="256"/>
            <p14:sldId id="301"/>
            <p14:sldId id="290"/>
            <p14:sldId id="398"/>
            <p14:sldId id="291"/>
            <p14:sldId id="298"/>
            <p14:sldId id="299"/>
            <p14:sldId id="397"/>
            <p14:sldId id="399"/>
            <p14:sldId id="400"/>
            <p14:sldId id="315"/>
            <p14:sldId id="316"/>
            <p14:sldId id="396"/>
            <p14:sldId id="391"/>
            <p14:sldId id="331"/>
            <p14:sldId id="332"/>
            <p14:sldId id="334"/>
            <p14:sldId id="335"/>
            <p14:sldId id="336"/>
            <p14:sldId id="337"/>
            <p14:sldId id="338"/>
            <p14:sldId id="339"/>
            <p14:sldId id="340"/>
            <p14:sldId id="352"/>
            <p14:sldId id="353"/>
            <p14:sldId id="354"/>
            <p14:sldId id="328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0" name="Роман Никифоров" initials="РН" lastIdx="3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DEDED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-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316" autoAdjust="0"/>
    <p:restoredTop sz="94638" autoAdjust="0"/>
  </p:normalViewPr>
  <p:slideViewPr>
    <p:cSldViewPr>
      <p:cViewPr varScale="1">
        <p:scale>
          <a:sx n="84" d="100"/>
          <a:sy n="84" d="100"/>
        </p:scale>
        <p:origin x="997" y="5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70" d="100"/>
        <a:sy n="7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commentAuthors" Target="commentAuthors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10A73BB-53F0-4879-B27B-271F03EFF402}" type="datetimeFigureOut">
              <a:rPr lang="ru-RU" smtClean="0"/>
              <a:t>26.07.2024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E234601-5097-4E42-926E-E1C31A4D0BE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94750233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Прямоугольный треугольник 9"/>
          <p:cNvSpPr/>
          <p:nvPr/>
        </p:nvSpPr>
        <p:spPr>
          <a:xfrm>
            <a:off x="-2" y="4664147"/>
            <a:ext cx="9151089" cy="0"/>
          </a:xfrm>
          <a:prstGeom prst="rtTriangle">
            <a:avLst/>
          </a:prstGeom>
          <a:gradFill flip="none" rotWithShape="1">
            <a:gsLst>
              <a:gs pos="0">
                <a:schemeClr val="accent1">
                  <a:shade val="35000"/>
                  <a:satMod val="170000"/>
                  <a:alpha val="100000"/>
                </a:schemeClr>
              </a:gs>
              <a:gs pos="55000">
                <a:schemeClr val="accent1">
                  <a:tint val="90000"/>
                  <a:satMod val="150000"/>
                  <a:alpha val="100000"/>
                </a:schemeClr>
              </a:gs>
              <a:gs pos="100000">
                <a:schemeClr val="accent1">
                  <a:shade val="35000"/>
                  <a:satMod val="170000"/>
                  <a:alpha val="100000"/>
                </a:schemeClr>
              </a:gs>
            </a:gsLst>
            <a:lin ang="3000000" scaled="1"/>
            <a:tileRect/>
          </a:gradFill>
          <a:ln w="127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Заголовок 8"/>
          <p:cNvSpPr>
            <a:spLocks noGrp="1"/>
          </p:cNvSpPr>
          <p:nvPr>
            <p:ph type="ctrTitle"/>
          </p:nvPr>
        </p:nvSpPr>
        <p:spPr>
          <a:xfrm>
            <a:off x="685800" y="1752601"/>
            <a:ext cx="7772400" cy="1829761"/>
          </a:xfr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none"/>
        </p:style>
        <p:txBody>
          <a:bodyPr vert="horz" anchor="ctr">
            <a:normAutofit/>
            <a:scene3d>
              <a:camera prst="orthographicFront"/>
              <a:lightRig rig="soft" dir="t"/>
            </a:scene3d>
            <a:sp3d prstMaterial="softEdge">
              <a:bevelT w="25400" h="25400"/>
            </a:sp3d>
          </a:bodyPr>
          <a:lstStyle>
            <a:lvl1pPr algn="ctr">
              <a:defRPr sz="4800" b="1" cap="none" spc="0">
                <a:ln w="10541" cmpd="sng">
                  <a:solidFill>
                    <a:schemeClr val="accent1">
                      <a:shade val="88000"/>
                      <a:satMod val="11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1">
                        <a:tint val="40000"/>
                        <a:satMod val="250000"/>
                      </a:schemeClr>
                    </a:gs>
                    <a:gs pos="9000">
                      <a:schemeClr val="accent1">
                        <a:tint val="52000"/>
                        <a:satMod val="300000"/>
                      </a:schemeClr>
                    </a:gs>
                    <a:gs pos="50000">
                      <a:schemeClr val="accent1">
                        <a:shade val="20000"/>
                        <a:satMod val="300000"/>
                      </a:schemeClr>
                    </a:gs>
                    <a:gs pos="79000">
                      <a:schemeClr val="accent1">
                        <a:tint val="52000"/>
                        <a:satMod val="300000"/>
                      </a:schemeClr>
                    </a:gs>
                    <a:gs pos="100000">
                      <a:schemeClr val="accent1">
                        <a:tint val="40000"/>
                        <a:satMod val="250000"/>
                      </a:schemeClr>
                    </a:gs>
                  </a:gsLst>
                  <a:lin ang="5400000"/>
                </a:gradFill>
                <a:effectLst/>
              </a:defRPr>
            </a:lvl1pPr>
            <a:extLst/>
          </a:lstStyle>
          <a:p>
            <a:r>
              <a:rPr kumimoji="0" lang="ru-RU" dirty="0"/>
              <a:t>Образец заголовка</a:t>
            </a:r>
            <a:endParaRPr kumimoji="0" lang="en-US" dirty="0"/>
          </a:p>
        </p:txBody>
      </p:sp>
      <p:sp>
        <p:nvSpPr>
          <p:cNvPr id="17" name="Подзаголовок 16"/>
          <p:cNvSpPr>
            <a:spLocks noGrp="1"/>
          </p:cNvSpPr>
          <p:nvPr>
            <p:ph type="subTitle" idx="1"/>
          </p:nvPr>
        </p:nvSpPr>
        <p:spPr>
          <a:xfrm>
            <a:off x="685800" y="3611607"/>
            <a:ext cx="7772400" cy="1199704"/>
          </a:xfrm>
        </p:spPr>
        <p:txBody>
          <a:bodyPr lIns="45720" rIns="45720"/>
          <a:lstStyle>
            <a:lvl1pPr marL="0" marR="64008" indent="0" algn="r">
              <a:buNone/>
              <a:defRPr>
                <a:solidFill>
                  <a:schemeClr val="tx2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  <a:extLst/>
          </a:lstStyle>
          <a:p>
            <a:r>
              <a:rPr kumimoji="0" lang="ru-RU"/>
              <a:t>Образец подзаголовка</a:t>
            </a:r>
            <a:endParaRPr kumimoji="0" lang="en-US"/>
          </a:p>
        </p:txBody>
      </p:sp>
      <p:grpSp>
        <p:nvGrpSpPr>
          <p:cNvPr id="2" name="Группа 1"/>
          <p:cNvGrpSpPr/>
          <p:nvPr/>
        </p:nvGrpSpPr>
        <p:grpSpPr>
          <a:xfrm>
            <a:off x="-3765" y="4953000"/>
            <a:ext cx="9147765" cy="1912088"/>
            <a:chOff x="-3765" y="4832896"/>
            <a:chExt cx="9147765" cy="2032192"/>
          </a:xfrm>
        </p:grpSpPr>
        <p:sp>
          <p:nvSpPr>
            <p:cNvPr id="7" name="Полилиния 6"/>
            <p:cNvSpPr>
              <a:spLocks/>
            </p:cNvSpPr>
            <p:nvPr/>
          </p:nvSpPr>
          <p:spPr bwMode="auto">
            <a:xfrm>
              <a:off x="1687513" y="4832896"/>
              <a:ext cx="7456487" cy="518816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4697" y="0"/>
                </a:cxn>
                <a:cxn ang="0">
                  <a:pos x="4697" y="367"/>
                </a:cxn>
                <a:cxn ang="0">
                  <a:pos x="0" y="218"/>
                </a:cxn>
                <a:cxn ang="0">
                  <a:pos x="4697" y="0"/>
                </a:cxn>
              </a:cxnLst>
              <a:rect l="0" t="0" r="0" b="0"/>
              <a:pathLst>
                <a:path w="4697" h="367">
                  <a:moveTo>
                    <a:pt x="4697" y="0"/>
                  </a:moveTo>
                  <a:lnTo>
                    <a:pt x="4697" y="367"/>
                  </a:lnTo>
                  <a:lnTo>
                    <a:pt x="0" y="218"/>
                  </a:lnTo>
                  <a:lnTo>
                    <a:pt x="4697" y="0"/>
                  </a:lnTo>
                  <a:close/>
                </a:path>
              </a:pathLst>
            </a:custGeom>
            <a:solidFill>
              <a:schemeClr val="accent1">
                <a:tint val="65000"/>
                <a:satMod val="115000"/>
                <a:alpha val="40000"/>
              </a:schemeClr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anchor="t" compatLnSpc="1"/>
            <a:lstStyle/>
            <a:p>
              <a:endParaRPr kumimoji="0" lang="en-US"/>
            </a:p>
          </p:txBody>
        </p:sp>
        <p:sp>
          <p:nvSpPr>
            <p:cNvPr id="8" name="Полилиния 7"/>
            <p:cNvSpPr>
              <a:spLocks/>
            </p:cNvSpPr>
            <p:nvPr/>
          </p:nvSpPr>
          <p:spPr bwMode="auto">
            <a:xfrm>
              <a:off x="35443" y="5135526"/>
              <a:ext cx="9108557" cy="838200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0"/>
                </a:cxn>
                <a:cxn ang="0">
                  <a:pos x="5760" y="0"/>
                </a:cxn>
                <a:cxn ang="0">
                  <a:pos x="5760" y="528"/>
                </a:cxn>
                <a:cxn ang="0">
                  <a:pos x="48" y="0"/>
                </a:cxn>
              </a:cxnLst>
              <a:rect l="0" t="0" r="0" b="0"/>
              <a:pathLst>
                <a:path w="5760" h="528">
                  <a:moveTo>
                    <a:pt x="0" y="0"/>
                  </a:moveTo>
                  <a:lnTo>
                    <a:pt x="5760" y="0"/>
                  </a:lnTo>
                  <a:lnTo>
                    <a:pt x="5760" y="528"/>
                  </a:lnTo>
                  <a:lnTo>
                    <a:pt x="48" y="0"/>
                  </a:lnTo>
                </a:path>
              </a:pathLst>
            </a:custGeom>
            <a:solidFill>
              <a:srgbClr val="000000">
                <a:alpha val="100000"/>
              </a:srgbClr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anchor="t" compatLnSpc="1"/>
            <a:lstStyle/>
            <a:p>
              <a:endParaRPr kumimoji="0" lang="en-US"/>
            </a:p>
          </p:txBody>
        </p:sp>
        <p:sp>
          <p:nvSpPr>
            <p:cNvPr id="11" name="Полилиния 10"/>
            <p:cNvSpPr>
              <a:spLocks/>
            </p:cNvSpPr>
            <p:nvPr/>
          </p:nvSpPr>
          <p:spPr bwMode="auto">
            <a:xfrm>
              <a:off x="0" y="4883888"/>
              <a:ext cx="9144000" cy="1981200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0"/>
                </a:cxn>
                <a:cxn ang="0">
                  <a:pos x="0" y="1248"/>
                </a:cxn>
                <a:cxn ang="0">
                  <a:pos x="5760" y="1248"/>
                </a:cxn>
                <a:cxn ang="0">
                  <a:pos x="5760" y="528"/>
                </a:cxn>
                <a:cxn ang="0">
                  <a:pos x="0" y="0"/>
                </a:cxn>
              </a:cxnLst>
              <a:rect l="0" t="0" r="0" b="0"/>
              <a:pathLst>
                <a:path w="5760" h="1248">
                  <a:moveTo>
                    <a:pt x="0" y="0"/>
                  </a:moveTo>
                  <a:lnTo>
                    <a:pt x="0" y="1248"/>
                  </a:lnTo>
                  <a:lnTo>
                    <a:pt x="5760" y="1248"/>
                  </a:lnTo>
                  <a:lnTo>
                    <a:pt x="5760" y="52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50000"/>
              </a:blip>
              <a:tile tx="0" ty="0" sx="50000" sy="50000" flip="none" algn="t"/>
            </a:blipFill>
            <a:ln w="12700" cap="rnd" cmpd="thickThin" algn="ctr">
              <a:noFill/>
              <a:prstDash val="solid"/>
            </a:ln>
            <a:effectLst>
              <a:fillOverlay blend="mult">
                <a:gradFill flip="none" rotWithShape="1">
                  <a:gsLst>
                    <a:gs pos="0">
                      <a:schemeClr val="accent1">
                        <a:shade val="20000"/>
                        <a:satMod val="176000"/>
                        <a:alpha val="100000"/>
                      </a:schemeClr>
                    </a:gs>
                    <a:gs pos="18000">
                      <a:schemeClr val="accent1">
                        <a:shade val="48000"/>
                        <a:satMod val="153000"/>
                        <a:alpha val="100000"/>
                      </a:schemeClr>
                    </a:gs>
                    <a:gs pos="43000">
                      <a:schemeClr val="accent1">
                        <a:tint val="86000"/>
                        <a:satMod val="149000"/>
                        <a:alpha val="100000"/>
                      </a:schemeClr>
                    </a:gs>
                    <a:gs pos="45000">
                      <a:schemeClr val="accent1">
                        <a:tint val="85000"/>
                        <a:satMod val="150000"/>
                        <a:alpha val="100000"/>
                      </a:schemeClr>
                    </a:gs>
                    <a:gs pos="50000">
                      <a:schemeClr val="accent1">
                        <a:tint val="86000"/>
                        <a:satMod val="149000"/>
                        <a:alpha val="100000"/>
                      </a:schemeClr>
                    </a:gs>
                    <a:gs pos="79000">
                      <a:schemeClr val="accent1">
                        <a:shade val="53000"/>
                        <a:satMod val="150000"/>
                        <a:alpha val="100000"/>
                      </a:schemeClr>
                    </a:gs>
                    <a:gs pos="100000">
                      <a:schemeClr val="accent1">
                        <a:shade val="25000"/>
                        <a:satMod val="170000"/>
                        <a:alpha val="100000"/>
                      </a:schemeClr>
                    </a:gs>
                  </a:gsLst>
                  <a:lin ang="450000" scaled="1"/>
                  <a:tileRect/>
                </a:gradFill>
              </a:fillOverlay>
            </a:effectLst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vert="horz" wrap="square" lIns="91440" tIns="45720" rIns="91440" bIns="45720" anchor="ctr" compatLnSpc="1"/>
            <a:lstStyle/>
            <a:p>
              <a:pPr algn="ctr" eaLnBrk="1" latinLnBrk="0" hangingPunct="1"/>
              <a:endParaRPr kumimoji="0" lang="en-US"/>
            </a:p>
          </p:txBody>
        </p:sp>
        <p:cxnSp>
          <p:nvCxnSpPr>
            <p:cNvPr id="12" name="Прямая соединительная линия 11"/>
            <p:cNvCxnSpPr/>
            <p:nvPr/>
          </p:nvCxnSpPr>
          <p:spPr>
            <a:xfrm>
              <a:off x="-3765" y="4880373"/>
              <a:ext cx="9147765" cy="839943"/>
            </a:xfrm>
            <a:prstGeom prst="line">
              <a:avLst/>
            </a:prstGeom>
            <a:noFill/>
            <a:ln w="12065" cap="flat" cmpd="sng" algn="ctr">
              <a:gradFill>
                <a:gsLst>
                  <a:gs pos="45000">
                    <a:schemeClr val="accent1">
                      <a:tint val="70000"/>
                      <a:satMod val="110000"/>
                    </a:schemeClr>
                  </a:gs>
                  <a:gs pos="15000">
                    <a:schemeClr val="accent1">
                      <a:shade val="40000"/>
                      <a:satMod val="110000"/>
                    </a:schemeClr>
                  </a:gs>
                </a:gsLst>
                <a:lin ang="5400000" scaled="1"/>
              </a:gradFill>
              <a:prstDash val="solid"/>
              <a:miter lim="800000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0" name="Дата 29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  <a:extLst/>
          </a:lstStyle>
          <a:p>
            <a:fld id="{4D6EF158-505A-45E0-A8F6-08FACAFEA132}" type="datetimeFigureOut">
              <a:rPr lang="ru-RU" smtClean="0"/>
              <a:t>26.07.2024</a:t>
            </a:fld>
            <a:endParaRPr lang="ru-RU"/>
          </a:p>
        </p:txBody>
      </p:sp>
      <p:sp>
        <p:nvSpPr>
          <p:cNvPr id="19" name="Нижний колонтитул 18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1">
                    <a:tint val="20000"/>
                  </a:schemeClr>
                </a:solidFill>
              </a:defRPr>
            </a:lvl1pPr>
            <a:extLst/>
          </a:lstStyle>
          <a:p>
            <a:endParaRPr lang="ru-RU"/>
          </a:p>
        </p:txBody>
      </p:sp>
      <p:sp>
        <p:nvSpPr>
          <p:cNvPr id="27" name="Номер слайда 2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  <a:extLst/>
          </a:lstStyle>
          <a:p>
            <a:fld id="{65D9F737-6F4C-4E50-B13D-61E5D76B0FF9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eaLnBrk="1" latinLnBrk="0" hangingPunct="1"/>
            <a:r>
              <a:rPr lang="ru-RU"/>
              <a:t>Образец текста</a:t>
            </a:r>
          </a:p>
          <a:p>
            <a:pPr lvl="1" eaLnBrk="1" latinLnBrk="0" hangingPunct="1"/>
            <a:r>
              <a:rPr lang="ru-RU"/>
              <a:t>Второй уровень</a:t>
            </a:r>
          </a:p>
          <a:p>
            <a:pPr lvl="2" eaLnBrk="1" latinLnBrk="0" hangingPunct="1"/>
            <a:r>
              <a:rPr lang="ru-RU"/>
              <a:t>Третий уровень</a:t>
            </a:r>
          </a:p>
          <a:p>
            <a:pPr lvl="3" eaLnBrk="1" latinLnBrk="0" hangingPunct="1"/>
            <a:r>
              <a:rPr lang="ru-RU"/>
              <a:t>Четвертый уровень</a:t>
            </a:r>
          </a:p>
          <a:p>
            <a:pPr lvl="4" eaLnBrk="1" latinLnBrk="0" hangingPunct="1"/>
            <a:r>
              <a:rPr lang="ru-RU"/>
              <a:t>Пятый уровень</a:t>
            </a:r>
            <a:endParaRPr kumimoji="0" lang="en-US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6EF158-505A-45E0-A8F6-08FACAFEA132}" type="datetimeFigureOut">
              <a:rPr lang="ru-RU" smtClean="0"/>
              <a:t>26.07.2024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D9F737-6F4C-4E50-B13D-61E5D76B0FF9}" type="slidenum">
              <a:rPr lang="ru-RU" smtClean="0"/>
              <a:t>‹#›</a:t>
            </a:fld>
            <a:endParaRPr lang="ru-RU"/>
          </a:p>
        </p:txBody>
      </p:sp>
      <p:sp>
        <p:nvSpPr>
          <p:cNvPr id="7" name="Заголовок 6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78098"/>
          </a:xfr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none"/>
        </p:style>
        <p:txBody>
          <a:bodyPr rtlCol="0"/>
          <a:lstStyle>
            <a:lvl1pPr algn="ctr">
              <a:defRPr/>
            </a:lvl1pPr>
            <a:extLst/>
          </a:lstStyle>
          <a:p>
            <a:r>
              <a:rPr kumimoji="0" lang="ru-RU" dirty="0"/>
              <a:t>Образец заголовка</a:t>
            </a:r>
            <a:endParaRPr kumimoji="0"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722376" y="1059712"/>
            <a:ext cx="7772400" cy="1828800"/>
          </a:xfrm>
        </p:spPr>
        <p:txBody>
          <a:bodyPr vert="horz" anchor="b">
            <a:normAutofit/>
          </a:bodyPr>
          <a:lstStyle>
            <a:lvl1pPr algn="r">
              <a:buNone/>
              <a:defRPr sz="4800" b="1" cap="none" spc="0" baseline="0">
                <a:ln w="12700">
                  <a:solidFill>
                    <a:schemeClr val="tx2">
                      <a:satMod val="155000"/>
                    </a:schemeClr>
                  </a:solidFill>
                  <a:prstDash val="solid"/>
                </a:ln>
                <a:solidFill>
                  <a:schemeClr val="bg2">
                    <a:tint val="85000"/>
                    <a:satMod val="155000"/>
                  </a:schemeClr>
                </a:solidFill>
                <a:effectLst>
                  <a:outerShdw blurRad="41275" dist="20320" dir="1800000" algn="tl" rotWithShape="0">
                    <a:srgbClr val="000000">
                      <a:alpha val="40000"/>
                    </a:srgbClr>
                  </a:outerShdw>
                </a:effectLst>
              </a:defRPr>
            </a:lvl1pPr>
            <a:extLst/>
          </a:lstStyle>
          <a:p>
            <a:r>
              <a:rPr kumimoji="0" lang="ru-RU" dirty="0"/>
              <a:t>Образец заголовка</a:t>
            </a:r>
            <a:endParaRPr kumimoji="0" lang="en-US" dirty="0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3922713" y="2931712"/>
            <a:ext cx="4572000" cy="1454888"/>
          </a:xfrm>
        </p:spPr>
        <p:txBody>
          <a:bodyPr lIns="91440" rIns="91440" anchor="t"/>
          <a:lstStyle>
            <a:lvl1pPr marL="0" indent="0" algn="l">
              <a:buNone/>
              <a:defRPr sz="2300">
                <a:solidFill>
                  <a:schemeClr val="tx1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extLst/>
          </a:lstStyle>
          <a:p>
            <a:pPr lvl="0" eaLnBrk="1" latinLnBrk="0" hangingPunct="1"/>
            <a:r>
              <a:rPr kumimoji="0" lang="ru-RU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6EF158-505A-45E0-A8F6-08FACAFEA132}" type="datetimeFigureOut">
              <a:rPr lang="ru-RU" smtClean="0"/>
              <a:t>26.07.2024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D9F737-6F4C-4E50-B13D-61E5D76B0FF9}" type="slidenum">
              <a:rPr lang="ru-RU" smtClean="0"/>
              <a:t>‹#›</a:t>
            </a:fld>
            <a:endParaRPr lang="ru-RU"/>
          </a:p>
        </p:txBody>
      </p:sp>
      <p:sp>
        <p:nvSpPr>
          <p:cNvPr id="7" name="Нашивка 6"/>
          <p:cNvSpPr/>
          <p:nvPr/>
        </p:nvSpPr>
        <p:spPr>
          <a:xfrm>
            <a:off x="3636680" y="3005472"/>
            <a:ext cx="182880" cy="228600"/>
          </a:xfrm>
          <a:prstGeom prst="chevron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shade val="60000"/>
                  <a:satMod val="125000"/>
                </a:schemeClr>
              </a:gs>
              <a:gs pos="72000">
                <a:schemeClr val="accent1">
                  <a:tint val="90000"/>
                  <a:satMod val="138000"/>
                </a:schemeClr>
              </a:gs>
              <a:gs pos="100000">
                <a:schemeClr val="accent1">
                  <a:tint val="76000"/>
                  <a:satMod val="136000"/>
                </a:schemeClr>
              </a:gs>
            </a:gsLst>
            <a:lin ang="16200000" scaled="0"/>
          </a:gradFill>
          <a:ln w="3175" cap="rnd" cmpd="sng" algn="ctr">
            <a:solidFill>
              <a:schemeClr val="accent1">
                <a:shade val="50000"/>
              </a:schemeClr>
            </a:solidFill>
            <a:prstDash val="solid"/>
          </a:ln>
          <a:effectLst>
            <a:outerShdw blurRad="50800" dist="25400" dir="5400000">
              <a:srgbClr val="000000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l" eaLnBrk="1" latinLnBrk="0" hangingPunct="1"/>
            <a:endParaRPr kumimoji="0" lang="en-US"/>
          </a:p>
        </p:txBody>
      </p:sp>
      <p:sp>
        <p:nvSpPr>
          <p:cNvPr id="8" name="Нашивка 7"/>
          <p:cNvSpPr/>
          <p:nvPr/>
        </p:nvSpPr>
        <p:spPr>
          <a:xfrm>
            <a:off x="3450264" y="3005472"/>
            <a:ext cx="182880" cy="228600"/>
          </a:xfrm>
          <a:prstGeom prst="chevron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shade val="60000"/>
                  <a:satMod val="125000"/>
                </a:schemeClr>
              </a:gs>
              <a:gs pos="72000">
                <a:schemeClr val="accent1">
                  <a:tint val="90000"/>
                  <a:satMod val="138000"/>
                </a:schemeClr>
              </a:gs>
              <a:gs pos="100000">
                <a:schemeClr val="accent1">
                  <a:tint val="76000"/>
                  <a:satMod val="136000"/>
                </a:schemeClr>
              </a:gs>
            </a:gsLst>
            <a:lin ang="16200000" scaled="0"/>
          </a:gradFill>
          <a:ln w="3175" cap="rnd" cmpd="sng" algn="ctr">
            <a:solidFill>
              <a:schemeClr val="accent1">
                <a:shade val="50000"/>
              </a:schemeClr>
            </a:solidFill>
            <a:prstDash val="solid"/>
          </a:ln>
          <a:effectLst>
            <a:outerShdw blurRad="50800" dist="25400" dir="5400000">
              <a:srgbClr val="000000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l" eaLnBrk="1" latinLnBrk="0" hangingPunct="1"/>
            <a:endParaRPr kumimoji="0"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/>
          <p:cNvSpPr>
            <a:spLocks noGrp="1"/>
          </p:cNvSpPr>
          <p:nvPr>
            <p:ph sz="half" idx="1"/>
          </p:nvPr>
        </p:nvSpPr>
        <p:spPr>
          <a:xfrm>
            <a:off x="457200" y="1481328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extLst/>
          </a:lstStyle>
          <a:p>
            <a:pPr lvl="0" eaLnBrk="1" latinLnBrk="0" hangingPunct="1"/>
            <a:r>
              <a:rPr lang="ru-RU"/>
              <a:t>Образец текста</a:t>
            </a:r>
          </a:p>
          <a:p>
            <a:pPr lvl="1" eaLnBrk="1" latinLnBrk="0" hangingPunct="1"/>
            <a:r>
              <a:rPr lang="ru-RU"/>
              <a:t>Второй уровень</a:t>
            </a:r>
          </a:p>
          <a:p>
            <a:pPr lvl="2" eaLnBrk="1" latinLnBrk="0" hangingPunct="1"/>
            <a:r>
              <a:rPr lang="ru-RU"/>
              <a:t>Третий уровень</a:t>
            </a:r>
          </a:p>
          <a:p>
            <a:pPr lvl="3" eaLnBrk="1" latinLnBrk="0" hangingPunct="1"/>
            <a:r>
              <a:rPr lang="ru-RU"/>
              <a:t>Четвертый уровень</a:t>
            </a:r>
          </a:p>
          <a:p>
            <a:pPr lvl="4" eaLnBrk="1" latinLnBrk="0" hangingPunct="1"/>
            <a:r>
              <a:rPr lang="ru-RU"/>
              <a:t>Пятый уровень</a:t>
            </a:r>
            <a:endParaRPr kumimoji="0" lang="en-US"/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4648200" y="1481328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extLst/>
          </a:lstStyle>
          <a:p>
            <a:pPr lvl="0" eaLnBrk="1" latinLnBrk="0" hangingPunct="1"/>
            <a:r>
              <a:rPr lang="ru-RU"/>
              <a:t>Образец текста</a:t>
            </a:r>
          </a:p>
          <a:p>
            <a:pPr lvl="1" eaLnBrk="1" latinLnBrk="0" hangingPunct="1"/>
            <a:r>
              <a:rPr lang="ru-RU"/>
              <a:t>Второй уровень</a:t>
            </a:r>
          </a:p>
          <a:p>
            <a:pPr lvl="2" eaLnBrk="1" latinLnBrk="0" hangingPunct="1"/>
            <a:r>
              <a:rPr lang="ru-RU"/>
              <a:t>Третий уровень</a:t>
            </a:r>
          </a:p>
          <a:p>
            <a:pPr lvl="3" eaLnBrk="1" latinLnBrk="0" hangingPunct="1"/>
            <a:r>
              <a:rPr lang="ru-RU"/>
              <a:t>Четвертый уровень</a:t>
            </a:r>
          </a:p>
          <a:p>
            <a:pPr lvl="4" eaLnBrk="1" latinLnBrk="0" hangingPunct="1"/>
            <a:r>
              <a:rPr lang="ru-RU"/>
              <a:t>Пятый уровень</a:t>
            </a:r>
            <a:endParaRPr kumimoji="0" lang="en-US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6EF158-505A-45E0-A8F6-08FACAFEA132}" type="datetimeFigureOut">
              <a:rPr lang="ru-RU" smtClean="0"/>
              <a:t>26.07.2024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D9F737-6F4C-4E50-B13D-61E5D76B0FF9}" type="slidenum">
              <a:rPr lang="ru-RU" smtClean="0"/>
              <a:t>‹#›</a:t>
            </a:fld>
            <a:endParaRPr lang="ru-RU"/>
          </a:p>
        </p:txBody>
      </p:sp>
      <p:sp>
        <p:nvSpPr>
          <p:cNvPr id="8" name="Заголовок 7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r>
              <a:rPr kumimoji="0" lang="ru-RU"/>
              <a:t>Образец заголовка</a:t>
            </a:r>
            <a:endParaRPr kumimoji="0"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8229600" cy="1143000"/>
          </a:xfrm>
        </p:spPr>
        <p:txBody>
          <a:bodyPr anchor="ctr"/>
          <a:lstStyle>
            <a:lvl1pPr>
              <a:defRPr/>
            </a:lvl1pPr>
            <a:extLst/>
          </a:lstStyle>
          <a:p>
            <a:r>
              <a:rPr kumimoji="0" lang="ru-RU"/>
              <a:t>Образец заголовка</a:t>
            </a:r>
            <a:endParaRPr kumimoji="0" lang="en-US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57200" y="5410200"/>
            <a:ext cx="4040188" cy="762000"/>
          </a:xfrm>
          <a:solidFill>
            <a:schemeClr val="accent1"/>
          </a:solidFill>
          <a:ln w="9652">
            <a:solidFill>
              <a:schemeClr val="accent1"/>
            </a:solidFill>
            <a:miter lim="800000"/>
          </a:ln>
        </p:spPr>
        <p:txBody>
          <a:bodyPr lIns="182880" anchor="ctr"/>
          <a:lstStyle>
            <a:lvl1pPr marL="0" indent="0">
              <a:buNone/>
              <a:defRPr sz="2400" b="0">
                <a:solidFill>
                  <a:schemeClr val="bg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  <a:extLst/>
          </a:lstStyle>
          <a:p>
            <a:pPr lvl="0" eaLnBrk="1" latinLnBrk="0" hangingPunct="1"/>
            <a:r>
              <a:rPr kumimoji="0" lang="ru-RU"/>
              <a:t>Образец текста</a:t>
            </a:r>
          </a:p>
        </p:txBody>
      </p:sp>
      <p:sp>
        <p:nvSpPr>
          <p:cNvPr id="4" name="Текст 3"/>
          <p:cNvSpPr>
            <a:spLocks noGrp="1"/>
          </p:cNvSpPr>
          <p:nvPr>
            <p:ph type="body" sz="half" idx="3"/>
          </p:nvPr>
        </p:nvSpPr>
        <p:spPr>
          <a:xfrm>
            <a:off x="4645026" y="5410200"/>
            <a:ext cx="4041775" cy="762000"/>
          </a:xfrm>
          <a:solidFill>
            <a:schemeClr val="accent1"/>
          </a:solidFill>
          <a:ln w="9652">
            <a:solidFill>
              <a:schemeClr val="accent1"/>
            </a:solidFill>
            <a:miter lim="800000"/>
          </a:ln>
        </p:spPr>
        <p:txBody>
          <a:bodyPr lIns="182880" anchor="ctr"/>
          <a:lstStyle>
            <a:lvl1pPr marL="0" indent="0">
              <a:buNone/>
              <a:defRPr sz="2400" b="0">
                <a:solidFill>
                  <a:schemeClr val="bg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  <a:extLst/>
          </a:lstStyle>
          <a:p>
            <a:pPr lvl="0" eaLnBrk="1" latinLnBrk="0" hangingPunct="1"/>
            <a:r>
              <a:rPr kumimoji="0" lang="ru-RU"/>
              <a:t>Образец текста</a:t>
            </a:r>
          </a:p>
        </p:txBody>
      </p:sp>
      <p:sp>
        <p:nvSpPr>
          <p:cNvPr id="5" name="Объект 4"/>
          <p:cNvSpPr>
            <a:spLocks noGrp="1"/>
          </p:cNvSpPr>
          <p:nvPr>
            <p:ph sz="quarter" idx="2"/>
          </p:nvPr>
        </p:nvSpPr>
        <p:spPr>
          <a:xfrm>
            <a:off x="457200" y="1444294"/>
            <a:ext cx="4040188" cy="3941763"/>
          </a:xfrm>
          <a:ln>
            <a:noFill/>
            <a:prstDash val="sysDash"/>
            <a:miter lim="800000"/>
          </a:ln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extLst/>
          </a:lstStyle>
          <a:p>
            <a:pPr lvl="0" eaLnBrk="1" latinLnBrk="0" hangingPunct="1"/>
            <a:r>
              <a:rPr lang="ru-RU"/>
              <a:t>Образец текста</a:t>
            </a:r>
          </a:p>
          <a:p>
            <a:pPr lvl="1" eaLnBrk="1" latinLnBrk="0" hangingPunct="1"/>
            <a:r>
              <a:rPr lang="ru-RU"/>
              <a:t>Второй уровень</a:t>
            </a:r>
          </a:p>
          <a:p>
            <a:pPr lvl="2" eaLnBrk="1" latinLnBrk="0" hangingPunct="1"/>
            <a:r>
              <a:rPr lang="ru-RU"/>
              <a:t>Третий уровень</a:t>
            </a:r>
          </a:p>
          <a:p>
            <a:pPr lvl="3" eaLnBrk="1" latinLnBrk="0" hangingPunct="1"/>
            <a:r>
              <a:rPr lang="ru-RU"/>
              <a:t>Четвертый уровень</a:t>
            </a:r>
          </a:p>
          <a:p>
            <a:pPr lvl="4" eaLnBrk="1" latinLnBrk="0" hangingPunct="1"/>
            <a:r>
              <a:rPr lang="ru-RU"/>
              <a:t>Пятый уровень</a:t>
            </a:r>
            <a:endParaRPr kumimoji="0" lang="en-US"/>
          </a:p>
        </p:txBody>
      </p:sp>
      <p:sp>
        <p:nvSpPr>
          <p:cNvPr id="6" name="Объект 5"/>
          <p:cNvSpPr>
            <a:spLocks noGrp="1"/>
          </p:cNvSpPr>
          <p:nvPr>
            <p:ph sz="quarter" idx="4"/>
          </p:nvPr>
        </p:nvSpPr>
        <p:spPr>
          <a:xfrm>
            <a:off x="4645025" y="1444294"/>
            <a:ext cx="4041775" cy="3941763"/>
          </a:xfrm>
          <a:ln>
            <a:noFill/>
            <a:prstDash val="sysDash"/>
            <a:miter lim="800000"/>
          </a:ln>
        </p:spPr>
        <p:txBody>
          <a:bodyPr/>
          <a:lstStyle>
            <a:lvl1pPr>
              <a:spcBef>
                <a:spcPts val="0"/>
              </a:spcBef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extLst/>
          </a:lstStyle>
          <a:p>
            <a:pPr lvl="0" eaLnBrk="1" latinLnBrk="0" hangingPunct="1"/>
            <a:r>
              <a:rPr lang="ru-RU"/>
              <a:t>Образец текста</a:t>
            </a:r>
          </a:p>
          <a:p>
            <a:pPr lvl="1" eaLnBrk="1" latinLnBrk="0" hangingPunct="1"/>
            <a:r>
              <a:rPr lang="ru-RU"/>
              <a:t>Второй уровень</a:t>
            </a:r>
          </a:p>
          <a:p>
            <a:pPr lvl="2" eaLnBrk="1" latinLnBrk="0" hangingPunct="1"/>
            <a:r>
              <a:rPr lang="ru-RU"/>
              <a:t>Третий уровень</a:t>
            </a:r>
          </a:p>
          <a:p>
            <a:pPr lvl="3" eaLnBrk="1" latinLnBrk="0" hangingPunct="1"/>
            <a:r>
              <a:rPr lang="ru-RU"/>
              <a:t>Четвертый уровень</a:t>
            </a:r>
          </a:p>
          <a:p>
            <a:pPr lvl="4" eaLnBrk="1" latinLnBrk="0" hangingPunct="1"/>
            <a:r>
              <a:rPr lang="ru-RU"/>
              <a:t>Пятый уровень</a:t>
            </a:r>
            <a:endParaRPr kumimoji="0" lang="en-US"/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6EF158-505A-45E0-A8F6-08FACAFEA132}" type="datetimeFigureOut">
              <a:rPr lang="ru-RU" smtClean="0"/>
              <a:t>26.07.2024</a:t>
            </a:fld>
            <a:endParaRPr lang="ru-RU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D9F737-6F4C-4E50-B13D-61E5D76B0FF9}" type="slidenum">
              <a:rPr lang="ru-RU" smtClean="0"/>
              <a:t>‹#›</a:t>
            </a:fld>
            <a:endParaRPr lang="ru-RU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6EF158-505A-45E0-A8F6-08FACAFEA132}" type="datetimeFigureOut">
              <a:rPr lang="ru-RU" smtClean="0"/>
              <a:t>26.07.2024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D9F737-6F4C-4E50-B13D-61E5D76B0FF9}" type="slidenum">
              <a:rPr lang="ru-RU" smtClean="0"/>
              <a:t>‹#›</a:t>
            </a:fld>
            <a:endParaRPr lang="ru-RU"/>
          </a:p>
        </p:txBody>
      </p:sp>
      <p:sp>
        <p:nvSpPr>
          <p:cNvPr id="6" name="Заголовок 5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r>
              <a:rPr kumimoji="0" lang="ru-RU"/>
              <a:t>Образец заголовка</a:t>
            </a:r>
            <a:endParaRPr kumimoji="0"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6EF158-505A-45E0-A8F6-08FACAFEA132}" type="datetimeFigureOut">
              <a:rPr lang="ru-RU" smtClean="0"/>
              <a:t>26.07.2024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D9F737-6F4C-4E50-B13D-61E5D76B0FF9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914400" y="4876800"/>
            <a:ext cx="7481776" cy="457200"/>
          </a:xfrm>
        </p:spPr>
        <p:txBody>
          <a:bodyPr vert="horz" anchor="t">
            <a:noAutofit/>
            <a:sp3d prstMaterial="softEdge">
              <a:bevelT w="0" h="0"/>
            </a:sp3d>
          </a:bodyPr>
          <a:lstStyle>
            <a:lvl1pPr algn="r">
              <a:buNone/>
              <a:defRPr sz="2500" b="0">
                <a:solidFill>
                  <a:schemeClr val="accent1"/>
                </a:solidFill>
                <a:effectLst/>
              </a:defRPr>
            </a:lvl1pPr>
            <a:extLst/>
          </a:lstStyle>
          <a:p>
            <a:r>
              <a:rPr kumimoji="0" lang="ru-RU"/>
              <a:t>Образец заголовка</a:t>
            </a:r>
            <a:endParaRPr kumimoji="0" lang="en-US"/>
          </a:p>
        </p:txBody>
      </p:sp>
      <p:sp>
        <p:nvSpPr>
          <p:cNvPr id="3" name="Текст 2"/>
          <p:cNvSpPr>
            <a:spLocks noGrp="1"/>
          </p:cNvSpPr>
          <p:nvPr>
            <p:ph type="body" idx="2"/>
          </p:nvPr>
        </p:nvSpPr>
        <p:spPr>
          <a:xfrm>
            <a:off x="4419600" y="5355102"/>
            <a:ext cx="3974592" cy="914400"/>
          </a:xfrm>
        </p:spPr>
        <p:txBody>
          <a:bodyPr/>
          <a:lstStyle>
            <a:lvl1pPr marL="0" indent="0" algn="r">
              <a:buNone/>
              <a:defRPr sz="16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  <a:extLst/>
          </a:lstStyle>
          <a:p>
            <a:pPr lvl="0" eaLnBrk="1" latinLnBrk="0" hangingPunct="1"/>
            <a:r>
              <a:rPr kumimoji="0" lang="ru-RU"/>
              <a:t>Образец текста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1"/>
          </p:nvPr>
        </p:nvSpPr>
        <p:spPr>
          <a:xfrm>
            <a:off x="914400" y="274320"/>
            <a:ext cx="7479792" cy="457200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extLst/>
          </a:lstStyle>
          <a:p>
            <a:pPr lvl="0" eaLnBrk="1" latinLnBrk="0" hangingPunct="1"/>
            <a:r>
              <a:rPr lang="ru-RU"/>
              <a:t>Образец текста</a:t>
            </a:r>
          </a:p>
          <a:p>
            <a:pPr lvl="1" eaLnBrk="1" latinLnBrk="0" hangingPunct="1"/>
            <a:r>
              <a:rPr lang="ru-RU"/>
              <a:t>Второй уровень</a:t>
            </a:r>
          </a:p>
          <a:p>
            <a:pPr lvl="2" eaLnBrk="1" latinLnBrk="0" hangingPunct="1"/>
            <a:r>
              <a:rPr lang="ru-RU"/>
              <a:t>Третий уровень</a:t>
            </a:r>
          </a:p>
          <a:p>
            <a:pPr lvl="3" eaLnBrk="1" latinLnBrk="0" hangingPunct="1"/>
            <a:r>
              <a:rPr lang="ru-RU"/>
              <a:t>Четвертый уровень</a:t>
            </a:r>
          </a:p>
          <a:p>
            <a:pPr lvl="4" eaLnBrk="1" latinLnBrk="0" hangingPunct="1"/>
            <a:r>
              <a:rPr lang="ru-RU"/>
              <a:t>Пятый уровень</a:t>
            </a:r>
            <a:endParaRPr kumimoji="0" lang="en-US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>
          <a:xfrm>
            <a:off x="6727032" y="6407944"/>
            <a:ext cx="1920240" cy="365760"/>
          </a:xfrm>
        </p:spPr>
        <p:txBody>
          <a:bodyPr/>
          <a:lstStyle/>
          <a:p>
            <a:fld id="{4D6EF158-505A-45E0-A8F6-08FACAFEA132}" type="datetimeFigureOut">
              <a:rPr lang="ru-RU" smtClean="0"/>
              <a:t>26.07.2024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D9F737-6F4C-4E50-B13D-61E5D76B0FF9}" type="slidenum">
              <a:rPr lang="ru-RU" smtClean="0"/>
              <a:t>‹#›</a:t>
            </a:fld>
            <a:endParaRPr lang="ru-RU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1141232" y="5443402"/>
            <a:ext cx="7162800" cy="648232"/>
          </a:xfrm>
          <a:noFill/>
        </p:spPr>
        <p:txBody>
          <a:bodyPr lIns="91440" tIns="0" rIns="91440" anchor="t"/>
          <a:lstStyle>
            <a:lvl1pPr marL="0" marR="18288" indent="0" algn="r">
              <a:buNone/>
              <a:defRPr sz="14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  <a:extLst/>
          </a:lstStyle>
          <a:p>
            <a:pPr lvl="0" eaLnBrk="1" latinLnBrk="0" hangingPunct="1"/>
            <a:r>
              <a:rPr kumimoji="0" lang="ru-RU"/>
              <a:t>Образец текста</a:t>
            </a:r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228600" y="189968"/>
            <a:ext cx="8686800" cy="4389120"/>
          </a:xfrm>
          <a:prstGeom prst="rect">
            <a:avLst/>
          </a:prstGeom>
          <a:solidFill>
            <a:schemeClr val="bg2"/>
          </a:solidFill>
          <a:ln>
            <a:solidFill>
              <a:schemeClr val="bg1"/>
            </a:solidFill>
          </a:ln>
          <a:effectLst>
            <a:innerShdw blurRad="95250">
              <a:srgbClr val="000000"/>
            </a:innerShdw>
          </a:effectLst>
        </p:spPr>
        <p:txBody>
          <a:bodyPr/>
          <a:lstStyle>
            <a:lvl1pPr marL="0" indent="0">
              <a:buNone/>
              <a:defRPr sz="3200"/>
            </a:lvl1pPr>
            <a:extLst/>
          </a:lstStyle>
          <a:p>
            <a:r>
              <a:rPr kumimoji="0" lang="ru-RU"/>
              <a:t>Вставка рисунка</a:t>
            </a:r>
            <a:endParaRPr kumimoji="0" lang="en-US" dirty="0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extLst/>
          </a:lstStyle>
          <a:p>
            <a:fld id="{4D6EF158-505A-45E0-A8F6-08FACAFEA132}" type="datetimeFigureOut">
              <a:rPr lang="ru-RU" smtClean="0"/>
              <a:t>26.07.2024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>
          <a:xfrm>
            <a:off x="4380072" y="6407944"/>
            <a:ext cx="2350681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extLst/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extLst/>
          </a:lstStyle>
          <a:p>
            <a:fld id="{65D9F737-6F4C-4E50-B13D-61E5D76B0FF9}" type="slidenum">
              <a:rPr lang="ru-RU" smtClean="0"/>
              <a:t>‹#›</a:t>
            </a:fld>
            <a:endParaRPr lang="ru-RU"/>
          </a:p>
        </p:txBody>
      </p:sp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228600" y="4865122"/>
            <a:ext cx="8075432" cy="562672"/>
          </a:xfrm>
          <a:noFill/>
        </p:spPr>
        <p:txBody>
          <a:bodyPr anchor="t">
            <a:sp3d prstMaterial="softEdge"/>
          </a:bodyPr>
          <a:lstStyle>
            <a:lvl1pPr marR="0" algn="r">
              <a:buNone/>
              <a:defRPr sz="3000" b="0">
                <a:solidFill>
                  <a:schemeClr val="accent1"/>
                </a:solidFill>
                <a:effectLst>
                  <a:outerShdw blurRad="50800" dist="25000" dir="5400000" algn="t" rotWithShape="0">
                    <a:prstClr val="black">
                      <a:alpha val="45000"/>
                    </a:prstClr>
                  </a:outerShdw>
                </a:effectLst>
              </a:defRPr>
            </a:lvl1pPr>
            <a:extLst/>
          </a:lstStyle>
          <a:p>
            <a:r>
              <a:rPr kumimoji="0" lang="ru-RU"/>
              <a:t>Образец заголовка</a:t>
            </a:r>
            <a:endParaRPr kumimoji="0" lang="en-US"/>
          </a:p>
        </p:txBody>
      </p:sp>
      <p:sp>
        <p:nvSpPr>
          <p:cNvPr id="8" name="Полилиния 7"/>
          <p:cNvSpPr>
            <a:spLocks/>
          </p:cNvSpPr>
          <p:nvPr/>
        </p:nvSpPr>
        <p:spPr bwMode="auto">
          <a:xfrm>
            <a:off x="499273" y="5944936"/>
            <a:ext cx="4940624" cy="921076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5760" y="0"/>
              </a:cxn>
              <a:cxn ang="0">
                <a:pos x="5760" y="528"/>
              </a:cxn>
              <a:cxn ang="0">
                <a:pos x="48" y="0"/>
              </a:cxn>
            </a:cxnLst>
            <a:rect l="0" t="0" r="0" b="0"/>
            <a:pathLst>
              <a:path w="7485" h="337">
                <a:moveTo>
                  <a:pt x="0" y="2"/>
                </a:moveTo>
                <a:lnTo>
                  <a:pt x="7485" y="337"/>
                </a:lnTo>
                <a:lnTo>
                  <a:pt x="5558" y="337"/>
                </a:lnTo>
                <a:lnTo>
                  <a:pt x="1" y="0"/>
                </a:lnTo>
              </a:path>
            </a:pathLst>
          </a:custGeom>
          <a:solidFill>
            <a:schemeClr val="accent1">
              <a:tint val="65000"/>
              <a:satMod val="115000"/>
              <a:alpha val="4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9" name="Полилиния 8"/>
          <p:cNvSpPr>
            <a:spLocks/>
          </p:cNvSpPr>
          <p:nvPr/>
        </p:nvSpPr>
        <p:spPr bwMode="auto">
          <a:xfrm>
            <a:off x="485717" y="5939011"/>
            <a:ext cx="3690451" cy="93345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5760" y="0"/>
              </a:cxn>
              <a:cxn ang="0">
                <a:pos x="5760" y="528"/>
              </a:cxn>
              <a:cxn ang="0">
                <a:pos x="48" y="0"/>
              </a:cxn>
            </a:cxnLst>
            <a:rect l="0" t="0" r="0" b="0"/>
            <a:pathLst>
              <a:path w="5591" h="588">
                <a:moveTo>
                  <a:pt x="0" y="0"/>
                </a:moveTo>
                <a:lnTo>
                  <a:pt x="5591" y="585"/>
                </a:lnTo>
                <a:lnTo>
                  <a:pt x="4415" y="588"/>
                </a:lnTo>
                <a:lnTo>
                  <a:pt x="12" y="4"/>
                </a:lnTo>
              </a:path>
            </a:pathLst>
          </a:custGeom>
          <a:solidFill>
            <a:srgbClr val="000000">
              <a:alpha val="100000"/>
            </a:srgb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0" name="Прямоугольный треугольник 9"/>
          <p:cNvSpPr>
            <a:spLocks/>
          </p:cNvSpPr>
          <p:nvPr/>
        </p:nvSpPr>
        <p:spPr bwMode="auto">
          <a:xfrm>
            <a:off x="-6042" y="5791253"/>
            <a:ext cx="3402314" cy="1080868"/>
          </a:xfrm>
          <a:prstGeom prst="rtTriangle">
            <a:avLst/>
          </a:prstGeom>
          <a:blipFill>
            <a:blip r:embed="rId2">
              <a:alphaModFix amt="50000"/>
            </a:blip>
            <a:tile tx="0" ty="0" sx="50000" sy="50000" flip="none" algn="t"/>
          </a:blipFill>
          <a:ln w="12700" cap="rnd" cmpd="thickThin" algn="ctr">
            <a:noFill/>
            <a:prstDash val="solid"/>
          </a:ln>
          <a:effectLst>
            <a:fillOverlay blend="mult">
              <a:gradFill flip="none" rotWithShape="1">
                <a:gsLst>
                  <a:gs pos="0">
                    <a:schemeClr val="accent1">
                      <a:shade val="20000"/>
                      <a:satMod val="176000"/>
                      <a:alpha val="100000"/>
                    </a:schemeClr>
                  </a:gs>
                  <a:gs pos="18000">
                    <a:schemeClr val="accent1">
                      <a:shade val="48000"/>
                      <a:satMod val="153000"/>
                      <a:alpha val="100000"/>
                    </a:schemeClr>
                  </a:gs>
                  <a:gs pos="43000">
                    <a:schemeClr val="accent1">
                      <a:tint val="86000"/>
                      <a:satMod val="149000"/>
                      <a:alpha val="100000"/>
                    </a:schemeClr>
                  </a:gs>
                  <a:gs pos="45000">
                    <a:schemeClr val="accent1">
                      <a:tint val="85000"/>
                      <a:satMod val="150000"/>
                      <a:alpha val="100000"/>
                    </a:schemeClr>
                  </a:gs>
                  <a:gs pos="50000">
                    <a:schemeClr val="accent1">
                      <a:tint val="86000"/>
                      <a:satMod val="149000"/>
                      <a:alpha val="100000"/>
                    </a:schemeClr>
                  </a:gs>
                  <a:gs pos="79000">
                    <a:schemeClr val="accent1">
                      <a:shade val="53000"/>
                      <a:satMod val="150000"/>
                      <a:alpha val="100000"/>
                    </a:schemeClr>
                  </a:gs>
                  <a:gs pos="100000">
                    <a:schemeClr val="accent1">
                      <a:shade val="25000"/>
                      <a:satMod val="170000"/>
                      <a:alpha val="100000"/>
                    </a:schemeClr>
                  </a:gs>
                </a:gsLst>
                <a:lin ang="450000" scaled="1"/>
                <a:tileRect/>
              </a:gradFill>
            </a:fillOverlay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vert="horz" wrap="square" lIns="91440" tIns="45720" rIns="91440" bIns="45720" anchor="ctr" compatLnSpc="1"/>
          <a:lstStyle/>
          <a:p>
            <a:pPr algn="ctr" eaLnBrk="1" latinLnBrk="0" hangingPunct="1"/>
            <a:endParaRPr kumimoji="0" lang="en-US"/>
          </a:p>
        </p:txBody>
      </p:sp>
      <p:cxnSp>
        <p:nvCxnSpPr>
          <p:cNvPr id="11" name="Прямая соединительная линия 10"/>
          <p:cNvCxnSpPr/>
          <p:nvPr/>
        </p:nvCxnSpPr>
        <p:spPr>
          <a:xfrm>
            <a:off x="-9237" y="5787738"/>
            <a:ext cx="3405509" cy="1084383"/>
          </a:xfrm>
          <a:prstGeom prst="line">
            <a:avLst/>
          </a:prstGeom>
          <a:noFill/>
          <a:ln w="12065" cap="flat" cmpd="sng" algn="ctr">
            <a:gradFill>
              <a:gsLst>
                <a:gs pos="45000">
                  <a:schemeClr val="accent1">
                    <a:tint val="70000"/>
                    <a:satMod val="110000"/>
                  </a:schemeClr>
                </a:gs>
                <a:gs pos="15000">
                  <a:schemeClr val="accent1">
                    <a:shade val="40000"/>
                    <a:satMod val="110000"/>
                  </a:schemeClr>
                </a:gs>
              </a:gsLst>
              <a:lin ang="5400000" scaled="1"/>
            </a:gradFill>
            <a:prstDash val="solid"/>
            <a:miter lim="800000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Нашивка 11"/>
          <p:cNvSpPr/>
          <p:nvPr/>
        </p:nvSpPr>
        <p:spPr>
          <a:xfrm>
            <a:off x="8664112" y="4988440"/>
            <a:ext cx="182880" cy="228600"/>
          </a:xfrm>
          <a:prstGeom prst="chevron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shade val="60000"/>
                  <a:satMod val="125000"/>
                </a:schemeClr>
              </a:gs>
              <a:gs pos="72000">
                <a:schemeClr val="accent1">
                  <a:tint val="90000"/>
                  <a:satMod val="138000"/>
                </a:schemeClr>
              </a:gs>
              <a:gs pos="100000">
                <a:schemeClr val="accent1">
                  <a:tint val="76000"/>
                  <a:satMod val="136000"/>
                </a:schemeClr>
              </a:gs>
            </a:gsLst>
            <a:lin ang="16200000" scaled="0"/>
          </a:gradFill>
          <a:ln w="3175" cap="rnd" cmpd="sng" algn="ctr">
            <a:solidFill>
              <a:schemeClr val="accent1">
                <a:shade val="50000"/>
              </a:schemeClr>
            </a:solidFill>
            <a:prstDash val="solid"/>
          </a:ln>
          <a:effectLst>
            <a:outerShdw blurRad="50800" dist="25400" dir="5400000">
              <a:srgbClr val="000000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l" eaLnBrk="1" latinLnBrk="0" hangingPunct="1"/>
            <a:endParaRPr kumimoji="0" lang="en-US"/>
          </a:p>
        </p:txBody>
      </p:sp>
      <p:sp>
        <p:nvSpPr>
          <p:cNvPr id="13" name="Нашивка 12"/>
          <p:cNvSpPr/>
          <p:nvPr/>
        </p:nvSpPr>
        <p:spPr>
          <a:xfrm>
            <a:off x="8477696" y="4988440"/>
            <a:ext cx="182880" cy="228600"/>
          </a:xfrm>
          <a:prstGeom prst="chevron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shade val="60000"/>
                  <a:satMod val="125000"/>
                </a:schemeClr>
              </a:gs>
              <a:gs pos="72000">
                <a:schemeClr val="accent1">
                  <a:tint val="90000"/>
                  <a:satMod val="138000"/>
                </a:schemeClr>
              </a:gs>
              <a:gs pos="100000">
                <a:schemeClr val="accent1">
                  <a:tint val="76000"/>
                  <a:satMod val="136000"/>
                </a:schemeClr>
              </a:gs>
            </a:gsLst>
            <a:lin ang="16200000" scaled="0"/>
          </a:gradFill>
          <a:ln w="3175" cap="rnd" cmpd="sng" algn="ctr">
            <a:solidFill>
              <a:schemeClr val="accent1">
                <a:shade val="50000"/>
              </a:schemeClr>
            </a:solidFill>
            <a:prstDash val="solid"/>
          </a:ln>
          <a:effectLst>
            <a:outerShdw blurRad="50800" dist="25400" dir="5400000">
              <a:srgbClr val="000000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l" eaLnBrk="1" latinLnBrk="0" hangingPunct="1"/>
            <a:endParaRPr kumimoji="0"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ru-RU"/>
              <a:t>Образец заголовка</a:t>
            </a:r>
            <a:endParaRPr kumimoji="0" lang="en-US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457200" y="1481329"/>
            <a:ext cx="8229600" cy="4386071"/>
          </a:xfrm>
        </p:spPr>
        <p:txBody>
          <a:bodyPr vert="eaVert"/>
          <a:lstStyle/>
          <a:p>
            <a:pPr lvl="0" eaLnBrk="1" latinLnBrk="0" hangingPunct="1"/>
            <a:r>
              <a:rPr lang="ru-RU"/>
              <a:t>Образец текста</a:t>
            </a:r>
          </a:p>
          <a:p>
            <a:pPr lvl="1" eaLnBrk="1" latinLnBrk="0" hangingPunct="1"/>
            <a:r>
              <a:rPr lang="ru-RU"/>
              <a:t>Второй уровень</a:t>
            </a:r>
          </a:p>
          <a:p>
            <a:pPr lvl="2" eaLnBrk="1" latinLnBrk="0" hangingPunct="1"/>
            <a:r>
              <a:rPr lang="ru-RU"/>
              <a:t>Третий уровень</a:t>
            </a:r>
          </a:p>
          <a:p>
            <a:pPr lvl="3" eaLnBrk="1" latinLnBrk="0" hangingPunct="1"/>
            <a:r>
              <a:rPr lang="ru-RU"/>
              <a:t>Четвертый уровень</a:t>
            </a:r>
          </a:p>
          <a:p>
            <a:pPr lvl="4" eaLnBrk="1" latinLnBrk="0" hangingPunct="1"/>
            <a:r>
              <a:rPr lang="ru-RU"/>
              <a:t>Пятый уровень</a:t>
            </a:r>
            <a:endParaRPr kumimoji="0" lang="en-US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6EF158-505A-45E0-A8F6-08FACAFEA132}" type="datetimeFigureOut">
              <a:rPr lang="ru-RU" smtClean="0"/>
              <a:t>26.07.2024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D9F737-6F4C-4E50-B13D-61E5D76B0FF9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6844013" y="274640"/>
            <a:ext cx="1777470" cy="5592761"/>
          </a:xfrm>
        </p:spPr>
        <p:txBody>
          <a:bodyPr vert="eaVert"/>
          <a:lstStyle/>
          <a:p>
            <a:r>
              <a:rPr kumimoji="0" lang="ru-RU"/>
              <a:t>Образец заголовка</a:t>
            </a:r>
            <a:endParaRPr kumimoji="0" lang="en-US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457200" y="274641"/>
            <a:ext cx="6324600" cy="5592760"/>
          </a:xfrm>
        </p:spPr>
        <p:txBody>
          <a:bodyPr vert="eaVert"/>
          <a:lstStyle/>
          <a:p>
            <a:pPr lvl="0" eaLnBrk="1" latinLnBrk="0" hangingPunct="1"/>
            <a:r>
              <a:rPr lang="ru-RU"/>
              <a:t>Образец текста</a:t>
            </a:r>
          </a:p>
          <a:p>
            <a:pPr lvl="1" eaLnBrk="1" latinLnBrk="0" hangingPunct="1"/>
            <a:r>
              <a:rPr lang="ru-RU"/>
              <a:t>Второй уровень</a:t>
            </a:r>
          </a:p>
          <a:p>
            <a:pPr lvl="2" eaLnBrk="1" latinLnBrk="0" hangingPunct="1"/>
            <a:r>
              <a:rPr lang="ru-RU"/>
              <a:t>Третий уровень</a:t>
            </a:r>
          </a:p>
          <a:p>
            <a:pPr lvl="3" eaLnBrk="1" latinLnBrk="0" hangingPunct="1"/>
            <a:r>
              <a:rPr lang="ru-RU"/>
              <a:t>Четвертый уровень</a:t>
            </a:r>
          </a:p>
          <a:p>
            <a:pPr lvl="4" eaLnBrk="1" latinLnBrk="0" hangingPunct="1"/>
            <a:r>
              <a:rPr lang="ru-RU"/>
              <a:t>Пятый уровень</a:t>
            </a:r>
            <a:endParaRPr kumimoji="0" lang="en-US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6EF158-505A-45E0-A8F6-08FACAFEA132}" type="datetimeFigureOut">
              <a:rPr lang="ru-RU" smtClean="0"/>
              <a:t>26.07.2024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D9F737-6F4C-4E50-B13D-61E5D76B0FF9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Полилиния 12"/>
          <p:cNvSpPr>
            <a:spLocks/>
          </p:cNvSpPr>
          <p:nvPr/>
        </p:nvSpPr>
        <p:spPr bwMode="auto">
          <a:xfrm>
            <a:off x="499273" y="5944936"/>
            <a:ext cx="4940624" cy="921076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5760" y="0"/>
              </a:cxn>
              <a:cxn ang="0">
                <a:pos x="5760" y="528"/>
              </a:cxn>
              <a:cxn ang="0">
                <a:pos x="48" y="0"/>
              </a:cxn>
            </a:cxnLst>
            <a:rect l="0" t="0" r="0" b="0"/>
            <a:pathLst>
              <a:path w="7485" h="337">
                <a:moveTo>
                  <a:pt x="0" y="2"/>
                </a:moveTo>
                <a:lnTo>
                  <a:pt x="7485" y="337"/>
                </a:lnTo>
                <a:lnTo>
                  <a:pt x="5558" y="337"/>
                </a:lnTo>
                <a:lnTo>
                  <a:pt x="1" y="0"/>
                </a:lnTo>
              </a:path>
            </a:pathLst>
          </a:custGeom>
          <a:solidFill>
            <a:schemeClr val="accent1">
              <a:tint val="65000"/>
              <a:satMod val="115000"/>
              <a:alpha val="4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2" name="Полилиния 11"/>
          <p:cNvSpPr>
            <a:spLocks/>
          </p:cNvSpPr>
          <p:nvPr/>
        </p:nvSpPr>
        <p:spPr bwMode="auto">
          <a:xfrm>
            <a:off x="485717" y="5939011"/>
            <a:ext cx="3690451" cy="93345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5760" y="0"/>
              </a:cxn>
              <a:cxn ang="0">
                <a:pos x="5760" y="528"/>
              </a:cxn>
              <a:cxn ang="0">
                <a:pos x="48" y="0"/>
              </a:cxn>
            </a:cxnLst>
            <a:rect l="0" t="0" r="0" b="0"/>
            <a:pathLst>
              <a:path w="5591" h="588">
                <a:moveTo>
                  <a:pt x="0" y="0"/>
                </a:moveTo>
                <a:lnTo>
                  <a:pt x="5591" y="585"/>
                </a:lnTo>
                <a:lnTo>
                  <a:pt x="4415" y="588"/>
                </a:lnTo>
                <a:lnTo>
                  <a:pt x="12" y="4"/>
                </a:lnTo>
              </a:path>
            </a:pathLst>
          </a:custGeom>
          <a:solidFill>
            <a:srgbClr val="000000">
              <a:alpha val="100000"/>
            </a:srgb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4" name="Прямоугольный треугольник 13"/>
          <p:cNvSpPr>
            <a:spLocks/>
          </p:cNvSpPr>
          <p:nvPr/>
        </p:nvSpPr>
        <p:spPr bwMode="auto">
          <a:xfrm>
            <a:off x="-6042" y="5791253"/>
            <a:ext cx="3402314" cy="1080868"/>
          </a:xfrm>
          <a:prstGeom prst="rtTriangle">
            <a:avLst/>
          </a:prstGeom>
          <a:blipFill>
            <a:blip r:embed="rId13">
              <a:alphaModFix amt="50000"/>
            </a:blip>
            <a:tile tx="0" ty="0" sx="50000" sy="50000" flip="none" algn="t"/>
          </a:blipFill>
          <a:ln w="12700" cap="rnd" cmpd="thickThin" algn="ctr">
            <a:noFill/>
            <a:prstDash val="solid"/>
          </a:ln>
          <a:effectLst>
            <a:fillOverlay blend="mult">
              <a:gradFill flip="none" rotWithShape="1">
                <a:gsLst>
                  <a:gs pos="0">
                    <a:schemeClr val="accent1">
                      <a:shade val="20000"/>
                      <a:satMod val="176000"/>
                      <a:alpha val="100000"/>
                    </a:schemeClr>
                  </a:gs>
                  <a:gs pos="18000">
                    <a:schemeClr val="accent1">
                      <a:shade val="48000"/>
                      <a:satMod val="153000"/>
                      <a:alpha val="100000"/>
                    </a:schemeClr>
                  </a:gs>
                  <a:gs pos="43000">
                    <a:schemeClr val="accent1">
                      <a:tint val="86000"/>
                      <a:satMod val="149000"/>
                      <a:alpha val="100000"/>
                    </a:schemeClr>
                  </a:gs>
                  <a:gs pos="45000">
                    <a:schemeClr val="accent1">
                      <a:tint val="85000"/>
                      <a:satMod val="150000"/>
                      <a:alpha val="100000"/>
                    </a:schemeClr>
                  </a:gs>
                  <a:gs pos="50000">
                    <a:schemeClr val="accent1">
                      <a:tint val="86000"/>
                      <a:satMod val="149000"/>
                      <a:alpha val="100000"/>
                    </a:schemeClr>
                  </a:gs>
                  <a:gs pos="79000">
                    <a:schemeClr val="accent1">
                      <a:shade val="53000"/>
                      <a:satMod val="150000"/>
                      <a:alpha val="100000"/>
                    </a:schemeClr>
                  </a:gs>
                  <a:gs pos="100000">
                    <a:schemeClr val="accent1">
                      <a:shade val="25000"/>
                      <a:satMod val="170000"/>
                      <a:alpha val="100000"/>
                    </a:schemeClr>
                  </a:gs>
                </a:gsLst>
                <a:lin ang="450000" scaled="1"/>
                <a:tileRect/>
              </a:gradFill>
            </a:fillOverlay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vert="horz" wrap="square" lIns="91440" tIns="45720" rIns="91440" bIns="45720" anchor="ctr" compatLnSpc="1"/>
          <a:lstStyle/>
          <a:p>
            <a:pPr algn="ctr" eaLnBrk="1" latinLnBrk="0" hangingPunct="1"/>
            <a:endParaRPr kumimoji="0" lang="en-US"/>
          </a:p>
        </p:txBody>
      </p:sp>
      <p:cxnSp>
        <p:nvCxnSpPr>
          <p:cNvPr id="15" name="Прямая соединительная линия 14"/>
          <p:cNvCxnSpPr/>
          <p:nvPr/>
        </p:nvCxnSpPr>
        <p:spPr>
          <a:xfrm>
            <a:off x="-9237" y="5787738"/>
            <a:ext cx="3405509" cy="1084383"/>
          </a:xfrm>
          <a:prstGeom prst="line">
            <a:avLst/>
          </a:prstGeom>
          <a:noFill/>
          <a:ln w="12065" cap="flat" cmpd="sng" algn="ctr">
            <a:gradFill>
              <a:gsLst>
                <a:gs pos="45000">
                  <a:schemeClr val="accent1">
                    <a:tint val="70000"/>
                    <a:satMod val="110000"/>
                  </a:schemeClr>
                </a:gs>
                <a:gs pos="15000">
                  <a:schemeClr val="accent1">
                    <a:shade val="40000"/>
                    <a:satMod val="110000"/>
                  </a:schemeClr>
                </a:gs>
              </a:gsLst>
              <a:lin ang="5400000" scaled="1"/>
            </a:gradFill>
            <a:prstDash val="solid"/>
            <a:miter lim="800000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Заголовок 8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anchor="ctr">
            <a:normAutofit/>
            <a:scene3d>
              <a:camera prst="orthographicFront"/>
              <a:lightRig rig="soft" dir="t"/>
            </a:scene3d>
            <a:sp3d prstMaterial="softEdge">
              <a:bevelT w="25400" h="25400"/>
            </a:sp3d>
          </a:bodyPr>
          <a:lstStyle/>
          <a:p>
            <a:r>
              <a:rPr kumimoji="0" lang="ru-RU"/>
              <a:t>Образец заголовка</a:t>
            </a:r>
            <a:endParaRPr kumimoji="0" lang="en-US"/>
          </a:p>
        </p:txBody>
      </p:sp>
      <p:sp>
        <p:nvSpPr>
          <p:cNvPr id="30" name="Текст 29"/>
          <p:cNvSpPr>
            <a:spLocks noGrp="1"/>
          </p:cNvSpPr>
          <p:nvPr>
            <p:ph type="body" idx="1"/>
          </p:nvPr>
        </p:nvSpPr>
        <p:spPr>
          <a:xfrm>
            <a:off x="457200" y="1481328"/>
            <a:ext cx="8229600" cy="4525963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ru-RU"/>
              <a:t>Образец текста</a:t>
            </a:r>
          </a:p>
          <a:p>
            <a:pPr lvl="1" eaLnBrk="1" latinLnBrk="0" hangingPunct="1"/>
            <a:r>
              <a:rPr kumimoji="0" lang="ru-RU"/>
              <a:t>Второй уровень</a:t>
            </a:r>
          </a:p>
          <a:p>
            <a:pPr lvl="2" eaLnBrk="1" latinLnBrk="0" hangingPunct="1"/>
            <a:r>
              <a:rPr kumimoji="0" lang="ru-RU"/>
              <a:t>Третий уровень</a:t>
            </a:r>
          </a:p>
          <a:p>
            <a:pPr lvl="3" eaLnBrk="1" latinLnBrk="0" hangingPunct="1"/>
            <a:r>
              <a:rPr kumimoji="0" lang="ru-RU"/>
              <a:t>Четвертый уровень</a:t>
            </a:r>
          </a:p>
          <a:p>
            <a:pPr lvl="4" eaLnBrk="1" latinLnBrk="0" hangingPunct="1"/>
            <a:r>
              <a:rPr kumimoji="0" lang="ru-RU"/>
              <a:t>Пятый уровень</a:t>
            </a:r>
            <a:endParaRPr kumimoji="0" lang="en-US"/>
          </a:p>
        </p:txBody>
      </p:sp>
      <p:sp>
        <p:nvSpPr>
          <p:cNvPr id="10" name="Дата 9"/>
          <p:cNvSpPr>
            <a:spLocks noGrp="1"/>
          </p:cNvSpPr>
          <p:nvPr>
            <p:ph type="dt" sz="half" idx="2"/>
          </p:nvPr>
        </p:nvSpPr>
        <p:spPr>
          <a:xfrm>
            <a:off x="6727032" y="6407944"/>
            <a:ext cx="1920240" cy="365760"/>
          </a:xfrm>
          <a:prstGeom prst="rect">
            <a:avLst/>
          </a:prstGeom>
        </p:spPr>
        <p:txBody>
          <a:bodyPr vert="horz" anchor="b"/>
          <a:lstStyle>
            <a:lvl1pPr algn="l" eaLnBrk="1" latinLnBrk="0" hangingPunct="1">
              <a:defRPr kumimoji="0" sz="1000">
                <a:solidFill>
                  <a:schemeClr val="tx1"/>
                </a:solidFill>
              </a:defRPr>
            </a:lvl1pPr>
            <a:extLst/>
          </a:lstStyle>
          <a:p>
            <a:fld id="{4D6EF158-505A-45E0-A8F6-08FACAFEA132}" type="datetimeFigureOut">
              <a:rPr lang="ru-RU" smtClean="0"/>
              <a:t>26.07.2024</a:t>
            </a:fld>
            <a:endParaRPr lang="ru-RU"/>
          </a:p>
        </p:txBody>
      </p:sp>
      <p:sp>
        <p:nvSpPr>
          <p:cNvPr id="22" name="Нижний колонтитул 21"/>
          <p:cNvSpPr>
            <a:spLocks noGrp="1"/>
          </p:cNvSpPr>
          <p:nvPr>
            <p:ph type="ftr" sz="quarter" idx="3"/>
          </p:nvPr>
        </p:nvSpPr>
        <p:spPr>
          <a:xfrm>
            <a:off x="4380072" y="6407944"/>
            <a:ext cx="2350681" cy="365125"/>
          </a:xfrm>
          <a:prstGeom prst="rect">
            <a:avLst/>
          </a:prstGeom>
        </p:spPr>
        <p:txBody>
          <a:bodyPr vert="horz" anchor="b"/>
          <a:lstStyle>
            <a:lvl1pPr algn="r" eaLnBrk="1" latinLnBrk="0" hangingPunct="1">
              <a:defRPr kumimoji="0" sz="1000">
                <a:solidFill>
                  <a:schemeClr val="tx1"/>
                </a:solidFill>
              </a:defRPr>
            </a:lvl1pPr>
            <a:extLst/>
          </a:lstStyle>
          <a:p>
            <a:endParaRPr lang="ru-RU"/>
          </a:p>
        </p:txBody>
      </p:sp>
      <p:sp>
        <p:nvSpPr>
          <p:cNvPr id="18" name="Номер слайда 17"/>
          <p:cNvSpPr>
            <a:spLocks noGrp="1"/>
          </p:cNvSpPr>
          <p:nvPr>
            <p:ph type="sldNum" sz="quarter" idx="4"/>
          </p:nvPr>
        </p:nvSpPr>
        <p:spPr>
          <a:xfrm>
            <a:off x="8647272" y="6407944"/>
            <a:ext cx="365760" cy="365125"/>
          </a:xfrm>
          <a:prstGeom prst="rect">
            <a:avLst/>
          </a:prstGeom>
        </p:spPr>
        <p:txBody>
          <a:bodyPr vert="horz" anchor="b"/>
          <a:lstStyle>
            <a:lvl1pPr algn="r" eaLnBrk="1" latinLnBrk="0" hangingPunct="1">
              <a:defRPr kumimoji="0" sz="1000" b="0">
                <a:solidFill>
                  <a:schemeClr val="tx1"/>
                </a:solidFill>
              </a:defRPr>
            </a:lvl1pPr>
            <a:extLst/>
          </a:lstStyle>
          <a:p>
            <a:fld id="{65D9F737-6F4C-4E50-B13D-61E5D76B0FF9}" type="slidenum">
              <a:rPr lang="ru-RU" smtClean="0"/>
              <a:t>‹#›</a:t>
            </a:fld>
            <a:endParaRPr lang="ru-RU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rtl="0" eaLnBrk="1" latinLnBrk="0" hangingPunct="1">
        <a:spcBef>
          <a:spcPct val="0"/>
        </a:spcBef>
        <a:buNone/>
        <a:defRPr kumimoji="0" sz="4100" b="1" kern="1200">
          <a:solidFill>
            <a:schemeClr val="tx2"/>
          </a:solidFill>
          <a:effectLst>
            <a:outerShdw blurRad="31750" dist="25400" dir="5400000" algn="tl" rotWithShape="0">
              <a:srgbClr val="000000">
                <a:alpha val="25000"/>
              </a:srgbClr>
            </a:outerShdw>
          </a:effectLst>
          <a:latin typeface="+mj-lt"/>
          <a:ea typeface="+mj-ea"/>
          <a:cs typeface="+mj-cs"/>
        </a:defRPr>
      </a:lvl1pPr>
      <a:extLst/>
    </p:titleStyle>
    <p:bodyStyle>
      <a:lvl1pPr marL="365760" indent="-256032" algn="l" rtl="0" eaLnBrk="1" latinLnBrk="0" hangingPunct="1">
        <a:spcBef>
          <a:spcPts val="400"/>
        </a:spcBef>
        <a:spcAft>
          <a:spcPts val="0"/>
        </a:spcAft>
        <a:buClr>
          <a:schemeClr val="accent1"/>
        </a:buClr>
        <a:buSzPct val="68000"/>
        <a:buFont typeface="Wingdings 3"/>
        <a:buChar char=""/>
        <a:defRPr kumimoji="0" sz="2700" kern="1200">
          <a:solidFill>
            <a:schemeClr val="tx1"/>
          </a:solidFill>
          <a:latin typeface="+mn-lt"/>
          <a:ea typeface="+mn-ea"/>
          <a:cs typeface="+mn-cs"/>
        </a:defRPr>
      </a:lvl1pPr>
      <a:lvl2pPr marL="621792" indent="-228600" algn="l" rtl="0" eaLnBrk="1" latinLnBrk="0" hangingPunct="1">
        <a:spcBef>
          <a:spcPts val="324"/>
        </a:spcBef>
        <a:buClr>
          <a:schemeClr val="accent1"/>
        </a:buClr>
        <a:buFont typeface="Verdana"/>
        <a:buChar char="◦"/>
        <a:defRPr kumimoji="0" sz="2300" kern="1200">
          <a:solidFill>
            <a:schemeClr val="tx1"/>
          </a:solidFill>
          <a:latin typeface="+mn-lt"/>
          <a:ea typeface="+mn-ea"/>
          <a:cs typeface="+mn-cs"/>
        </a:defRPr>
      </a:lvl2pPr>
      <a:lvl3pPr marL="859536" indent="-228600" algn="l" rtl="0" eaLnBrk="1" latinLnBrk="0" hangingPunct="1">
        <a:spcBef>
          <a:spcPts val="350"/>
        </a:spcBef>
        <a:buClr>
          <a:schemeClr val="accent2"/>
        </a:buClr>
        <a:buSzPct val="100000"/>
        <a:buFont typeface="Wingdings 2"/>
        <a:buChar char=""/>
        <a:defRPr kumimoji="0" sz="2100" kern="1200">
          <a:solidFill>
            <a:schemeClr val="tx1"/>
          </a:solidFill>
          <a:latin typeface="+mn-lt"/>
          <a:ea typeface="+mn-ea"/>
          <a:cs typeface="+mn-cs"/>
        </a:defRPr>
      </a:lvl3pPr>
      <a:lvl4pPr marL="1143000" indent="-228600" algn="l" rtl="0" eaLnBrk="1" latinLnBrk="0" hangingPunct="1">
        <a:spcBef>
          <a:spcPts val="350"/>
        </a:spcBef>
        <a:buClr>
          <a:schemeClr val="accent2"/>
        </a:buClr>
        <a:buFont typeface="Wingdings 2"/>
        <a:buChar char=""/>
        <a:defRPr kumimoji="0" sz="190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indent="-228600" algn="l" rtl="0" eaLnBrk="1" latinLnBrk="0" hangingPunct="1">
        <a:spcBef>
          <a:spcPts val="350"/>
        </a:spcBef>
        <a:buClr>
          <a:schemeClr val="accent2"/>
        </a:buClr>
        <a:buFont typeface="Wingdings 2"/>
        <a:buChar char="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1600200" indent="-228600" algn="l" rtl="0" eaLnBrk="1" latinLnBrk="0" hangingPunct="1">
        <a:spcBef>
          <a:spcPts val="350"/>
        </a:spcBef>
        <a:buClr>
          <a:schemeClr val="accent3"/>
        </a:buClr>
        <a:buFont typeface="Wingdings 2"/>
        <a:buChar char="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1828800" indent="-228600" algn="l" rtl="0" eaLnBrk="1" latinLnBrk="0" hangingPunct="1">
        <a:spcBef>
          <a:spcPts val="350"/>
        </a:spcBef>
        <a:buClr>
          <a:schemeClr val="accent3"/>
        </a:buClr>
        <a:buFont typeface="Wingdings 2"/>
        <a:buChar char="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2057400" indent="-228600" algn="l" rtl="0" eaLnBrk="1" latinLnBrk="0" hangingPunct="1">
        <a:spcBef>
          <a:spcPts val="350"/>
        </a:spcBef>
        <a:buClr>
          <a:schemeClr val="accent3"/>
        </a:buClr>
        <a:buFont typeface="Wingdings 2"/>
        <a:buChar char="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286000" indent="-228600" algn="l" rtl="0" eaLnBrk="1" latinLnBrk="0" hangingPunct="1">
        <a:spcBef>
          <a:spcPts val="350"/>
        </a:spcBef>
        <a:buClr>
          <a:schemeClr val="accent3"/>
        </a:buClr>
        <a:buFont typeface="Wingdings 2"/>
        <a:buChar char=""/>
        <a:defRPr kumimoji="0" sz="1600" kern="1200" baseline="0">
          <a:solidFill>
            <a:schemeClr val="tx1"/>
          </a:solidFill>
          <a:latin typeface="+mn-lt"/>
          <a:ea typeface="+mn-ea"/>
          <a:cs typeface="+mn-cs"/>
        </a:defRPr>
      </a:lvl9pPr>
      <a:extLst/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  <a:extLst/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2.xml"/><Relationship Id="rId4" Type="http://schemas.microsoft.com/office/2007/relationships/hdphoto" Target="../media/hdphoto2.wdp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0" y="0"/>
            <a:ext cx="9144000" cy="6858000"/>
          </a:xfrm>
          <a:noFill/>
          <a:ln>
            <a:noFill/>
          </a:ln>
        </p:spPr>
        <p:style>
          <a:lnRef idx="3">
            <a:schemeClr val="lt1"/>
          </a:lnRef>
          <a:fillRef idx="1">
            <a:schemeClr val="dk1"/>
          </a:fillRef>
          <a:effectRef idx="1">
            <a:schemeClr val="dk1"/>
          </a:effectRef>
          <a:fontRef idx="minor">
            <a:schemeClr val="lt1"/>
          </a:fontRef>
        </p:style>
        <p:txBody>
          <a:bodyPr>
            <a:normAutofit/>
            <a:scene3d>
              <a:camera prst="orthographicFront">
                <a:rot lat="0" lon="0" rev="0"/>
              </a:camera>
              <a:lightRig rig="glow" dir="t">
                <a:rot lat="0" lon="0" rev="3600000"/>
              </a:lightRig>
            </a:scene3d>
            <a:sp3d prstMaterial="softEdge">
              <a:bevelT w="29210" h="16510"/>
              <a:contourClr>
                <a:schemeClr val="accent4">
                  <a:alpha val="95000"/>
                </a:schemeClr>
              </a:contourClr>
            </a:sp3d>
          </a:bodyPr>
          <a:lstStyle/>
          <a:p>
            <a:r>
              <a:rPr lang="en-US" sz="2400" dirty="0">
                <a:ln>
                  <a:prstDash val="solid"/>
                </a:ln>
                <a:gradFill rotWithShape="1">
                  <a:gsLst>
                    <a:gs pos="0">
                      <a:schemeClr val="accent4">
                        <a:tint val="70000"/>
                        <a:satMod val="200000"/>
                      </a:schemeClr>
                    </a:gs>
                    <a:gs pos="40000">
                      <a:schemeClr val="accent4">
                        <a:tint val="90000"/>
                        <a:satMod val="130000"/>
                      </a:schemeClr>
                    </a:gs>
                    <a:gs pos="50000">
                      <a:schemeClr val="accent4">
                        <a:tint val="90000"/>
                        <a:satMod val="130000"/>
                      </a:schemeClr>
                    </a:gs>
                    <a:gs pos="68000">
                      <a:schemeClr val="accent4">
                        <a:tint val="90000"/>
                        <a:satMod val="130000"/>
                      </a:schemeClr>
                    </a:gs>
                    <a:gs pos="100000">
                      <a:schemeClr val="accent4">
                        <a:tint val="70000"/>
                        <a:satMod val="200000"/>
                      </a:schemeClr>
                    </a:gs>
                  </a:gsLst>
                  <a:lin ang="5400000"/>
                </a:gradFill>
                <a:effectLst>
                  <a:outerShdw blurRad="88000" dist="50800" dir="5040000" algn="tl">
                    <a:schemeClr val="accent4">
                      <a:tint val="80000"/>
                      <a:satMod val="250000"/>
                      <a:alpha val="45000"/>
                    </a:schemeClr>
                  </a:outerShdw>
                </a:effectLst>
              </a:rPr>
              <a:t>https://academy.beetroot.se</a:t>
            </a:r>
            <a:endParaRPr lang="ru-RU" sz="2400" dirty="0">
              <a:ln>
                <a:prstDash val="solid"/>
              </a:ln>
              <a:gradFill rotWithShape="1">
                <a:gsLst>
                  <a:gs pos="0">
                    <a:schemeClr val="accent4">
                      <a:tint val="70000"/>
                      <a:satMod val="200000"/>
                    </a:schemeClr>
                  </a:gs>
                  <a:gs pos="40000">
                    <a:schemeClr val="accent4">
                      <a:tint val="90000"/>
                      <a:satMod val="130000"/>
                    </a:schemeClr>
                  </a:gs>
                  <a:gs pos="50000">
                    <a:schemeClr val="accent4">
                      <a:tint val="90000"/>
                      <a:satMod val="130000"/>
                    </a:schemeClr>
                  </a:gs>
                  <a:gs pos="68000">
                    <a:schemeClr val="accent4">
                      <a:tint val="90000"/>
                      <a:satMod val="130000"/>
                    </a:schemeClr>
                  </a:gs>
                  <a:gs pos="100000">
                    <a:schemeClr val="accent4">
                      <a:tint val="70000"/>
                      <a:satMod val="200000"/>
                    </a:schemeClr>
                  </a:gs>
                </a:gsLst>
                <a:lin ang="5400000"/>
              </a:gradFill>
              <a:effectLst>
                <a:outerShdw blurRad="88000" dist="50800" dir="5040000" algn="tl">
                  <a:schemeClr val="accent4">
                    <a:tint val="80000"/>
                    <a:satMod val="250000"/>
                    <a:alpha val="45000"/>
                  </a:schemeClr>
                </a:outerShdw>
              </a:effectLst>
            </a:endParaRPr>
          </a:p>
        </p:txBody>
      </p:sp>
      <p:pic>
        <p:nvPicPr>
          <p:cNvPr id="5" name="Рисунок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79712" y="116632"/>
            <a:ext cx="4608511" cy="18434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806611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026" name="Rectangle 2"/>
          <p:cNvSpPr>
            <a:spLocks noGrp="1" noChangeArrowheads="1"/>
          </p:cNvSpPr>
          <p:nvPr>
            <p:ph type="title"/>
          </p:nvPr>
        </p:nvSpPr>
        <p:spPr>
          <a:xfrm>
            <a:off x="2555776" y="44624"/>
            <a:ext cx="3960440" cy="369332"/>
          </a:xfrm>
          <a:noFill/>
          <a:ln w="19050">
            <a:solidFill>
              <a:srgbClr val="0070C0"/>
            </a:solidFill>
          </a:ln>
        </p:spPr>
        <p:txBody>
          <a:bodyPr vert="horz" wrap="square" rtlCol="0" anchor="ctr">
            <a:spAutoFit/>
            <a:scene3d>
              <a:camera prst="orthographicFront"/>
              <a:lightRig rig="soft" dir="t"/>
            </a:scene3d>
            <a:sp3d prstMaterial="softEdge">
              <a:bevelT w="25400" h="25400"/>
            </a:sp3d>
          </a:bodyPr>
          <a:lstStyle/>
          <a:p>
            <a:r>
              <a:rPr lang="ru-RU" sz="1800" dirty="0" err="1">
                <a:solidFill>
                  <a:srgbClr val="002060"/>
                </a:solidFill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Елементи</a:t>
            </a:r>
            <a:r>
              <a:rPr lang="en-US" sz="1800" dirty="0">
                <a:solidFill>
                  <a:srgbClr val="002060"/>
                </a:solidFill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 DIV </a:t>
            </a:r>
            <a:r>
              <a:rPr lang="ru-RU" sz="1800" dirty="0">
                <a:solidFill>
                  <a:srgbClr val="002060"/>
                </a:solidFill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и</a:t>
            </a:r>
            <a:r>
              <a:rPr lang="en-US" sz="1800" dirty="0">
                <a:solidFill>
                  <a:srgbClr val="002060"/>
                </a:solidFill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 SPAN</a:t>
            </a:r>
          </a:p>
        </p:txBody>
      </p:sp>
      <p:sp>
        <p:nvSpPr>
          <p:cNvPr id="257027" name="Text Box 3"/>
          <p:cNvSpPr txBox="1">
            <a:spLocks noChangeArrowheads="1"/>
          </p:cNvSpPr>
          <p:nvPr/>
        </p:nvSpPr>
        <p:spPr bwMode="auto">
          <a:xfrm>
            <a:off x="107504" y="476672"/>
            <a:ext cx="8856984" cy="1754326"/>
          </a:xfrm>
          <a:prstGeom prst="rect">
            <a:avLst/>
          </a:prstGeom>
          <a:noFill/>
          <a:ln w="9525" algn="ctr">
            <a:solidFill>
              <a:srgbClr val="333333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AFAFAF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eaLnBrk="0" hangingPunct="0"/>
            <a:endParaRPr lang="ru-RU" b="1" dirty="0">
              <a:solidFill>
                <a:srgbClr val="0070C0"/>
              </a:solidFill>
              <a:latin typeface="Courier New" pitchFamily="49" charset="0"/>
            </a:endParaRPr>
          </a:p>
          <a:p>
            <a:pPr eaLnBrk="0" hangingPunct="0"/>
            <a:r>
              <a:rPr lang="en-US" b="1" dirty="0">
                <a:solidFill>
                  <a:srgbClr val="0070C0"/>
                </a:solidFill>
                <a:latin typeface="Courier New" pitchFamily="49" charset="0"/>
              </a:rPr>
              <a:t>&lt;div&gt;</a:t>
            </a:r>
            <a:r>
              <a:rPr lang="en-US" b="1" dirty="0">
                <a:latin typeface="Courier New" pitchFamily="49" charset="0"/>
              </a:rPr>
              <a:t>first</a:t>
            </a:r>
            <a:r>
              <a:rPr lang="uk-UA" b="1" dirty="0">
                <a:latin typeface="Courier New" pitchFamily="49" charset="0"/>
              </a:rPr>
              <a:t> </a:t>
            </a:r>
            <a:r>
              <a:rPr lang="en-US" b="1" dirty="0">
                <a:latin typeface="Courier New" pitchFamily="49" charset="0"/>
              </a:rPr>
              <a:t>div</a:t>
            </a:r>
            <a:r>
              <a:rPr lang="en-US" b="1" dirty="0">
                <a:solidFill>
                  <a:srgbClr val="0070C0"/>
                </a:solidFill>
                <a:latin typeface="Courier New" pitchFamily="49" charset="0"/>
              </a:rPr>
              <a:t>&lt;/div&gt;</a:t>
            </a:r>
            <a:r>
              <a:rPr lang="en-US" b="1" dirty="0">
                <a:latin typeface="Courier New" pitchFamily="49" charset="0"/>
              </a:rPr>
              <a:t>&lt;</a:t>
            </a:r>
            <a:r>
              <a:rPr lang="en-US" b="1" dirty="0">
                <a:solidFill>
                  <a:srgbClr val="0070C0"/>
                </a:solidFill>
                <a:latin typeface="Courier New" pitchFamily="49" charset="0"/>
              </a:rPr>
              <a:t>div&gt;</a:t>
            </a:r>
            <a:r>
              <a:rPr lang="en-US" b="1" dirty="0">
                <a:latin typeface="Courier New" pitchFamily="49" charset="0"/>
              </a:rPr>
              <a:t>second</a:t>
            </a:r>
            <a:r>
              <a:rPr lang="uk-UA" b="1" dirty="0">
                <a:latin typeface="Courier New" pitchFamily="49" charset="0"/>
              </a:rPr>
              <a:t> </a:t>
            </a:r>
            <a:r>
              <a:rPr lang="en-US" b="1" dirty="0">
                <a:latin typeface="Courier New" pitchFamily="49" charset="0"/>
              </a:rPr>
              <a:t>div</a:t>
            </a:r>
            <a:r>
              <a:rPr lang="en-US" b="1" dirty="0">
                <a:solidFill>
                  <a:srgbClr val="0070C0"/>
                </a:solidFill>
                <a:latin typeface="Courier New" pitchFamily="49" charset="0"/>
              </a:rPr>
              <a:t>&lt;/div&gt;&lt;div&gt;</a:t>
            </a:r>
            <a:r>
              <a:rPr lang="en-US" b="1" dirty="0">
                <a:latin typeface="Courier New" pitchFamily="49" charset="0"/>
              </a:rPr>
              <a:t>third div</a:t>
            </a:r>
            <a:r>
              <a:rPr lang="en-US" b="1" dirty="0">
                <a:solidFill>
                  <a:srgbClr val="0070C0"/>
                </a:solidFill>
                <a:latin typeface="Courier New" pitchFamily="49" charset="0"/>
              </a:rPr>
              <a:t>&lt;/div&gt;</a:t>
            </a:r>
          </a:p>
          <a:p>
            <a:pPr eaLnBrk="0" hangingPunct="0"/>
            <a:endParaRPr lang="en-US" b="1" dirty="0">
              <a:latin typeface="Courier New" pitchFamily="49" charset="0"/>
            </a:endParaRPr>
          </a:p>
          <a:p>
            <a:pPr eaLnBrk="0" hangingPunct="0"/>
            <a:r>
              <a:rPr lang="en-US" b="1" dirty="0">
                <a:latin typeface="Courier New" pitchFamily="49" charset="0"/>
              </a:rPr>
              <a:t>&lt;</a:t>
            </a:r>
            <a:r>
              <a:rPr lang="en-US" b="1" dirty="0">
                <a:solidFill>
                  <a:srgbClr val="0000FF"/>
                </a:solidFill>
                <a:latin typeface="Courier New" pitchFamily="49" charset="0"/>
              </a:rPr>
              <a:t>span</a:t>
            </a:r>
            <a:r>
              <a:rPr lang="en-US" b="1" dirty="0">
                <a:latin typeface="Courier New" pitchFamily="49" charset="0"/>
              </a:rPr>
              <a:t>&gt;first</a:t>
            </a:r>
            <a:r>
              <a:rPr lang="uk-UA" b="1" dirty="0">
                <a:latin typeface="Courier New" pitchFamily="49" charset="0"/>
              </a:rPr>
              <a:t> </a:t>
            </a:r>
            <a:r>
              <a:rPr lang="en-US" b="1" dirty="0">
                <a:latin typeface="Courier New" pitchFamily="49" charset="0"/>
              </a:rPr>
              <a:t>span&lt;/</a:t>
            </a:r>
            <a:r>
              <a:rPr lang="en-US" b="1" dirty="0">
                <a:solidFill>
                  <a:srgbClr val="0000FF"/>
                </a:solidFill>
                <a:latin typeface="Courier New" pitchFamily="49" charset="0"/>
              </a:rPr>
              <a:t>span</a:t>
            </a:r>
            <a:r>
              <a:rPr lang="en-US" b="1" dirty="0">
                <a:latin typeface="Courier New" pitchFamily="49" charset="0"/>
              </a:rPr>
              <a:t>&gt; </a:t>
            </a:r>
          </a:p>
          <a:p>
            <a:pPr eaLnBrk="0" hangingPunct="0"/>
            <a:r>
              <a:rPr lang="en-US" b="1" dirty="0">
                <a:solidFill>
                  <a:srgbClr val="0070C0"/>
                </a:solidFill>
                <a:latin typeface="Courier New" pitchFamily="49" charset="0"/>
              </a:rPr>
              <a:t>&lt;span&gt;</a:t>
            </a:r>
            <a:r>
              <a:rPr lang="en-US" b="1" dirty="0">
                <a:latin typeface="Courier New" pitchFamily="49" charset="0"/>
              </a:rPr>
              <a:t>second</a:t>
            </a:r>
            <a:r>
              <a:rPr lang="uk-UA" b="1" dirty="0">
                <a:latin typeface="Courier New" pitchFamily="49" charset="0"/>
              </a:rPr>
              <a:t> </a:t>
            </a:r>
            <a:r>
              <a:rPr lang="en-US" b="1" dirty="0">
                <a:latin typeface="Courier New" pitchFamily="49" charset="0"/>
              </a:rPr>
              <a:t>span</a:t>
            </a:r>
            <a:r>
              <a:rPr lang="en-US" b="1" dirty="0">
                <a:solidFill>
                  <a:srgbClr val="0070C0"/>
                </a:solidFill>
                <a:latin typeface="Courier New" pitchFamily="49" charset="0"/>
              </a:rPr>
              <a:t>&lt;/span&gt;</a:t>
            </a:r>
            <a:r>
              <a:rPr lang="en-US" b="1" dirty="0">
                <a:latin typeface="Courier New" pitchFamily="49" charset="0"/>
              </a:rPr>
              <a:t> </a:t>
            </a:r>
          </a:p>
          <a:p>
            <a:pPr eaLnBrk="0" hangingPunct="0"/>
            <a:r>
              <a:rPr lang="en-US" b="1" dirty="0">
                <a:solidFill>
                  <a:srgbClr val="0070C0"/>
                </a:solidFill>
                <a:latin typeface="Courier New" pitchFamily="49" charset="0"/>
              </a:rPr>
              <a:t>&lt;span&gt;</a:t>
            </a:r>
            <a:r>
              <a:rPr lang="en-US" b="1" dirty="0">
                <a:latin typeface="Courier New" pitchFamily="49" charset="0"/>
              </a:rPr>
              <a:t>third</a:t>
            </a:r>
            <a:r>
              <a:rPr lang="uk-UA" b="1" dirty="0">
                <a:latin typeface="Courier New" pitchFamily="49" charset="0"/>
              </a:rPr>
              <a:t> </a:t>
            </a:r>
            <a:r>
              <a:rPr lang="en-US" b="1" dirty="0">
                <a:latin typeface="Courier New" pitchFamily="49" charset="0"/>
              </a:rPr>
              <a:t>span</a:t>
            </a:r>
            <a:r>
              <a:rPr lang="en-US" b="1" dirty="0">
                <a:solidFill>
                  <a:srgbClr val="0070C0"/>
                </a:solidFill>
                <a:latin typeface="Courier New" pitchFamily="49" charset="0"/>
              </a:rPr>
              <a:t>&lt;/span&gt;</a:t>
            </a:r>
            <a:endParaRPr lang="en-US" b="1" dirty="0">
              <a:solidFill>
                <a:schemeClr val="accent2"/>
              </a:solidFill>
              <a:latin typeface="Courier New" pitchFamily="49" charset="0"/>
            </a:endParaRPr>
          </a:p>
        </p:txBody>
      </p:sp>
      <p:pic>
        <p:nvPicPr>
          <p:cNvPr id="3" name="Рисунок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6024" y="2564904"/>
            <a:ext cx="8604448" cy="28957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0646636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Группа 2"/>
          <p:cNvGrpSpPr/>
          <p:nvPr/>
        </p:nvGrpSpPr>
        <p:grpSpPr>
          <a:xfrm>
            <a:off x="128588" y="2924944"/>
            <a:ext cx="8693150" cy="2492375"/>
            <a:chOff x="128588" y="720600"/>
            <a:chExt cx="8693150" cy="2492375"/>
          </a:xfrm>
        </p:grpSpPr>
        <p:sp>
          <p:nvSpPr>
            <p:cNvPr id="4" name="Text Box 8"/>
            <p:cNvSpPr txBox="1">
              <a:spLocks noChangeArrowheads="1"/>
            </p:cNvSpPr>
            <p:nvPr/>
          </p:nvSpPr>
          <p:spPr bwMode="auto">
            <a:xfrm>
              <a:off x="128588" y="894133"/>
              <a:ext cx="8693150" cy="5191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rgbClr val="333333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AFAFAF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ctr" eaLnBrk="0" hangingPunct="0"/>
              <a:r>
                <a:rPr lang="en-US" sz="2800" b="1" dirty="0">
                  <a:latin typeface="Courier New" pitchFamily="49" charset="0"/>
                </a:rPr>
                <a:t>&lt;</a:t>
              </a:r>
              <a:r>
                <a:rPr lang="en-US" sz="2800" b="1" dirty="0" err="1">
                  <a:latin typeface="Courier New" pitchFamily="49" charset="0"/>
                </a:rPr>
                <a:t>hr</a:t>
              </a:r>
              <a:r>
                <a:rPr lang="en-US" sz="2800" b="1" dirty="0">
                  <a:latin typeface="Courier New" pitchFamily="49" charset="0"/>
                </a:rPr>
                <a:t> </a:t>
              </a:r>
              <a:r>
                <a:rPr lang="en-US" sz="2800" b="1" dirty="0">
                  <a:solidFill>
                    <a:srgbClr val="0000FF"/>
                  </a:solidFill>
                  <a:latin typeface="Courier New" pitchFamily="49" charset="0"/>
                </a:rPr>
                <a:t>align</a:t>
              </a:r>
              <a:r>
                <a:rPr lang="en-US" sz="2800" b="1" dirty="0">
                  <a:latin typeface="Courier New" pitchFamily="49" charset="0"/>
                </a:rPr>
                <a:t>="</a:t>
              </a:r>
              <a:r>
                <a:rPr lang="en-US" sz="2800" b="1" dirty="0">
                  <a:solidFill>
                    <a:srgbClr val="FF0000"/>
                  </a:solidFill>
                  <a:latin typeface="Courier New" pitchFamily="49" charset="0"/>
                </a:rPr>
                <a:t>right</a:t>
              </a:r>
              <a:r>
                <a:rPr lang="en-US" sz="2800" b="1" dirty="0">
                  <a:latin typeface="Courier New" pitchFamily="49" charset="0"/>
                </a:rPr>
                <a:t>" </a:t>
              </a:r>
              <a:r>
                <a:rPr lang="en-US" sz="2800" b="1" dirty="0">
                  <a:solidFill>
                    <a:srgbClr val="0000FF"/>
                  </a:solidFill>
                  <a:latin typeface="Courier New" pitchFamily="49" charset="0"/>
                </a:rPr>
                <a:t>size</a:t>
              </a:r>
              <a:r>
                <a:rPr lang="en-US" sz="2800" b="1" dirty="0">
                  <a:latin typeface="Courier New" pitchFamily="49" charset="0"/>
                </a:rPr>
                <a:t>="</a:t>
              </a:r>
              <a:r>
                <a:rPr lang="en-US" sz="2800" b="1" dirty="0">
                  <a:solidFill>
                    <a:srgbClr val="FF0000"/>
                  </a:solidFill>
                  <a:latin typeface="Courier New" pitchFamily="49" charset="0"/>
                </a:rPr>
                <a:t>3</a:t>
              </a:r>
              <a:r>
                <a:rPr lang="en-US" sz="2800" b="1" dirty="0">
                  <a:latin typeface="Courier New" pitchFamily="49" charset="0"/>
                </a:rPr>
                <a:t>" </a:t>
              </a:r>
              <a:r>
                <a:rPr lang="en-US" sz="2800" b="1" dirty="0">
                  <a:solidFill>
                    <a:srgbClr val="0000FF"/>
                  </a:solidFill>
                  <a:latin typeface="Courier New" pitchFamily="49" charset="0"/>
                </a:rPr>
                <a:t>width</a:t>
              </a:r>
              <a:r>
                <a:rPr lang="ru-RU" sz="2800" b="1" dirty="0">
                  <a:latin typeface="Courier New" pitchFamily="49" charset="0"/>
                </a:rPr>
                <a:t>=</a:t>
              </a:r>
              <a:r>
                <a:rPr lang="en-US" sz="2800" b="1" dirty="0">
                  <a:latin typeface="Courier New" pitchFamily="49" charset="0"/>
                </a:rPr>
                <a:t>"</a:t>
              </a:r>
              <a:r>
                <a:rPr lang="en-US" sz="2800" b="1" dirty="0">
                  <a:solidFill>
                    <a:srgbClr val="FF0000"/>
                  </a:solidFill>
                  <a:latin typeface="Courier New" pitchFamily="49" charset="0"/>
                </a:rPr>
                <a:t>450</a:t>
              </a:r>
              <a:r>
                <a:rPr lang="en-US" sz="2800" b="1" dirty="0">
                  <a:latin typeface="Courier New" pitchFamily="49" charset="0"/>
                </a:rPr>
                <a:t>"</a:t>
              </a:r>
              <a:r>
                <a:rPr lang="ru-RU" sz="2800" dirty="0">
                  <a:latin typeface="Courier New" pitchFamily="49" charset="0"/>
                </a:rPr>
                <a:t> </a:t>
              </a:r>
              <a:r>
                <a:rPr lang="en-US" sz="2800" b="1" dirty="0">
                  <a:latin typeface="Courier New" pitchFamily="49" charset="0"/>
                </a:rPr>
                <a:t>&gt;</a:t>
              </a:r>
              <a:endParaRPr lang="ru-RU" sz="2800" b="1" dirty="0">
                <a:latin typeface="Courier New" pitchFamily="49" charset="0"/>
              </a:endParaRPr>
            </a:p>
          </p:txBody>
        </p:sp>
        <p:sp>
          <p:nvSpPr>
            <p:cNvPr id="7" name="AutoShape 13"/>
            <p:cNvSpPr>
              <a:spLocks noChangeArrowheads="1"/>
            </p:cNvSpPr>
            <p:nvPr/>
          </p:nvSpPr>
          <p:spPr bwMode="auto">
            <a:xfrm rot="10800000">
              <a:off x="133350" y="1987501"/>
              <a:ext cx="1087438" cy="433387"/>
            </a:xfrm>
            <a:prstGeom prst="wedgeRectCallout">
              <a:avLst>
                <a:gd name="adj1" fmla="val 7370"/>
                <a:gd name="adj2" fmla="val 170144"/>
              </a:avLst>
            </a:prstGeom>
            <a:solidFill>
              <a:schemeClr val="bg1"/>
            </a:solidFill>
            <a:ln w="9525" algn="ctr">
              <a:solidFill>
                <a:srgbClr val="333333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AFAFAF"/>
                    </a:outerShdw>
                  </a:effectLst>
                </a14:hiddenEffects>
              </a:ext>
            </a:extLst>
          </p:spPr>
          <p:txBody>
            <a:bodyPr rot="10800000" anchor="ctr"/>
            <a:lstStyle/>
            <a:p>
              <a:pPr algn="ctr" eaLnBrk="0" hangingPunct="0"/>
              <a:r>
                <a:rPr lang="uk-UA" b="1">
                  <a:latin typeface="Courier New" pitchFamily="49" charset="0"/>
                </a:rPr>
                <a:t>Тег</a:t>
              </a:r>
              <a:endParaRPr lang="ru-RU" b="1">
                <a:latin typeface="Courier New" pitchFamily="49" charset="0"/>
              </a:endParaRPr>
            </a:p>
          </p:txBody>
        </p:sp>
        <p:grpSp>
          <p:nvGrpSpPr>
            <p:cNvPr id="2" name="Группа 1"/>
            <p:cNvGrpSpPr/>
            <p:nvPr/>
          </p:nvGrpSpPr>
          <p:grpSpPr>
            <a:xfrm>
              <a:off x="955675" y="720600"/>
              <a:ext cx="7354888" cy="2492375"/>
              <a:chOff x="955675" y="720600"/>
              <a:chExt cx="7354888" cy="2492375"/>
            </a:xfrm>
          </p:grpSpPr>
          <p:sp>
            <p:nvSpPr>
              <p:cNvPr id="5" name="AutoShape 11"/>
              <p:cNvSpPr>
                <a:spLocks/>
              </p:cNvSpPr>
              <p:nvPr/>
            </p:nvSpPr>
            <p:spPr bwMode="auto">
              <a:xfrm rot="5400000">
                <a:off x="2329657" y="-478757"/>
                <a:ext cx="284162" cy="2682875"/>
              </a:xfrm>
              <a:prstGeom prst="leftBrace">
                <a:avLst>
                  <a:gd name="adj1" fmla="val 78678"/>
                  <a:gd name="adj2" fmla="val 50000"/>
                </a:avLst>
              </a:prstGeom>
              <a:noFill/>
              <a:ln w="9525">
                <a:solidFill>
                  <a:srgbClr val="333333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bg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AFAFAF"/>
                      </a:outerShdw>
                    </a:effectLst>
                  </a14:hiddenEffects>
                </a:ext>
              </a:extLst>
            </p:spPr>
            <p:txBody>
              <a:bodyPr rot="10800000" vert="eaVert" wrap="none" anchor="ctr"/>
              <a:lstStyle/>
              <a:p>
                <a:pPr algn="ctr" eaLnBrk="0" hangingPunct="0"/>
                <a:r>
                  <a:rPr lang="uk-UA" b="1" dirty="0" err="1">
                    <a:latin typeface="Courier New" pitchFamily="49" charset="0"/>
                  </a:rPr>
                  <a:t>Атрібут</a:t>
                </a:r>
                <a:endParaRPr lang="uk-UA" b="1" dirty="0">
                  <a:latin typeface="Courier New" pitchFamily="49" charset="0"/>
                </a:endParaRPr>
              </a:p>
              <a:p>
                <a:pPr algn="ctr" eaLnBrk="0" hangingPunct="0"/>
                <a:endParaRPr lang="uk-UA" b="1" dirty="0">
                  <a:latin typeface="Courier New" pitchFamily="49" charset="0"/>
                </a:endParaRPr>
              </a:p>
              <a:p>
                <a:pPr algn="ctr" eaLnBrk="0" hangingPunct="0"/>
                <a:endParaRPr lang="ru-RU" b="1" dirty="0">
                  <a:latin typeface="Courier New" pitchFamily="49" charset="0"/>
                </a:endParaRPr>
              </a:p>
            </p:txBody>
          </p:sp>
          <p:sp>
            <p:nvSpPr>
              <p:cNvPr id="6" name="AutoShape 12"/>
              <p:cNvSpPr>
                <a:spLocks/>
              </p:cNvSpPr>
              <p:nvPr/>
            </p:nvSpPr>
            <p:spPr bwMode="auto">
              <a:xfrm rot="5400000">
                <a:off x="4704556" y="30831"/>
                <a:ext cx="284163" cy="1666875"/>
              </a:xfrm>
              <a:prstGeom prst="leftBrace">
                <a:avLst>
                  <a:gd name="adj1" fmla="val 48883"/>
                  <a:gd name="adj2" fmla="val 50000"/>
                </a:avLst>
              </a:prstGeom>
              <a:noFill/>
              <a:ln w="9525">
                <a:solidFill>
                  <a:srgbClr val="333333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bg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AFAFAF"/>
                      </a:outerShdw>
                    </a:effectLst>
                  </a14:hiddenEffects>
                </a:ext>
              </a:extLst>
            </p:spPr>
            <p:txBody>
              <a:bodyPr rot="10800000" vert="eaVert" wrap="none" anchor="ctr"/>
              <a:lstStyle/>
              <a:p>
                <a:pPr algn="ctr" eaLnBrk="0" hangingPunct="0"/>
                <a:r>
                  <a:rPr lang="uk-UA" b="1" dirty="0" err="1">
                    <a:latin typeface="Courier New" pitchFamily="49" charset="0"/>
                  </a:rPr>
                  <a:t>Атрібут</a:t>
                </a:r>
                <a:endParaRPr lang="uk-UA" b="1" dirty="0">
                  <a:latin typeface="Courier New" pitchFamily="49" charset="0"/>
                </a:endParaRPr>
              </a:p>
              <a:p>
                <a:pPr algn="ctr" eaLnBrk="0" hangingPunct="0"/>
                <a:endParaRPr lang="uk-UA" b="1" dirty="0">
                  <a:latin typeface="Courier New" pitchFamily="49" charset="0"/>
                </a:endParaRPr>
              </a:p>
              <a:p>
                <a:pPr algn="ctr" eaLnBrk="0" hangingPunct="0"/>
                <a:endParaRPr lang="ru-RU" b="1" dirty="0">
                  <a:latin typeface="Arial Narrow" pitchFamily="34" charset="0"/>
                </a:endParaRPr>
              </a:p>
            </p:txBody>
          </p:sp>
          <p:sp>
            <p:nvSpPr>
              <p:cNvPr id="8" name="AutoShape 14"/>
              <p:cNvSpPr>
                <a:spLocks noChangeArrowheads="1"/>
              </p:cNvSpPr>
              <p:nvPr/>
            </p:nvSpPr>
            <p:spPr bwMode="auto">
              <a:xfrm rot="10800000">
                <a:off x="955675" y="2779587"/>
                <a:ext cx="2125663" cy="433388"/>
              </a:xfrm>
              <a:prstGeom prst="wedgeRectCallout">
                <a:avLst>
                  <a:gd name="adj1" fmla="val 12208"/>
                  <a:gd name="adj2" fmla="val 365014"/>
                </a:avLst>
              </a:prstGeom>
              <a:solidFill>
                <a:schemeClr val="bg1"/>
              </a:solidFill>
              <a:ln w="9525" algn="ctr">
                <a:solidFill>
                  <a:srgbClr val="333333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AFAFAF"/>
                      </a:outerShdw>
                    </a:effectLst>
                  </a14:hiddenEffects>
                </a:ext>
              </a:extLst>
            </p:spPr>
            <p:txBody>
              <a:bodyPr rot="10800000" anchor="ctr"/>
              <a:lstStyle/>
              <a:p>
                <a:pPr algn="ctr" eaLnBrk="0" hangingPunct="0"/>
                <a:r>
                  <a:rPr lang="uk-UA" b="1" dirty="0" err="1">
                    <a:latin typeface="Courier New" pitchFamily="49" charset="0"/>
                  </a:rPr>
                  <a:t>Им</a:t>
                </a:r>
                <a:r>
                  <a:rPr lang="en-US" b="1" dirty="0">
                    <a:latin typeface="Courier New" pitchFamily="49" charset="0"/>
                  </a:rPr>
                  <a:t>’</a:t>
                </a:r>
                <a:r>
                  <a:rPr lang="uk-UA" b="1" dirty="0">
                    <a:latin typeface="Courier New" pitchFamily="49" charset="0"/>
                  </a:rPr>
                  <a:t>я </a:t>
                </a:r>
                <a:r>
                  <a:rPr lang="uk-UA" b="1" dirty="0" err="1">
                    <a:latin typeface="Courier New" pitchFamily="49" charset="0"/>
                  </a:rPr>
                  <a:t>атрібута</a:t>
                </a:r>
                <a:endParaRPr lang="ru-RU" b="1" dirty="0">
                  <a:latin typeface="Courier New" pitchFamily="49" charset="0"/>
                </a:endParaRPr>
              </a:p>
            </p:txBody>
          </p:sp>
          <p:sp>
            <p:nvSpPr>
              <p:cNvPr id="9" name="AutoShape 15"/>
              <p:cNvSpPr>
                <a:spLocks noChangeArrowheads="1"/>
              </p:cNvSpPr>
              <p:nvPr/>
            </p:nvSpPr>
            <p:spPr bwMode="auto">
              <a:xfrm rot="10800000">
                <a:off x="2825750" y="2004887"/>
                <a:ext cx="3052763" cy="433388"/>
              </a:xfrm>
              <a:prstGeom prst="wedgeRectCallout">
                <a:avLst>
                  <a:gd name="adj1" fmla="val 42819"/>
                  <a:gd name="adj2" fmla="val 182231"/>
                </a:avLst>
              </a:prstGeom>
              <a:solidFill>
                <a:schemeClr val="bg1"/>
              </a:solidFill>
              <a:ln w="9525" algn="ctr">
                <a:solidFill>
                  <a:srgbClr val="333333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AFAFAF"/>
                      </a:outerShdw>
                    </a:effectLst>
                  </a14:hiddenEffects>
                </a:ext>
              </a:extLst>
            </p:spPr>
            <p:txBody>
              <a:bodyPr rot="10800000" anchor="ctr"/>
              <a:lstStyle/>
              <a:p>
                <a:pPr algn="ctr" eaLnBrk="0" hangingPunct="0"/>
                <a:r>
                  <a:rPr lang="uk-UA" b="1" dirty="0">
                    <a:latin typeface="Courier New" pitchFamily="49" charset="0"/>
                  </a:rPr>
                  <a:t>Значення </a:t>
                </a:r>
                <a:r>
                  <a:rPr lang="uk-UA" b="1" dirty="0" err="1">
                    <a:latin typeface="Courier New" pitchFamily="49" charset="0"/>
                  </a:rPr>
                  <a:t>атрібута</a:t>
                </a:r>
                <a:endParaRPr lang="ru-RU" b="1" dirty="0">
                  <a:latin typeface="Courier New" pitchFamily="49" charset="0"/>
                </a:endParaRPr>
              </a:p>
            </p:txBody>
          </p:sp>
          <p:sp>
            <p:nvSpPr>
              <p:cNvPr id="10" name="AutoShape 16"/>
              <p:cNvSpPr>
                <a:spLocks/>
              </p:cNvSpPr>
              <p:nvPr/>
            </p:nvSpPr>
            <p:spPr bwMode="auto">
              <a:xfrm rot="5400000">
                <a:off x="6977857" y="-305719"/>
                <a:ext cx="284162" cy="2381250"/>
              </a:xfrm>
              <a:prstGeom prst="leftBrace">
                <a:avLst>
                  <a:gd name="adj1" fmla="val 69833"/>
                  <a:gd name="adj2" fmla="val 50000"/>
                </a:avLst>
              </a:prstGeom>
              <a:noFill/>
              <a:ln w="9525">
                <a:solidFill>
                  <a:srgbClr val="333333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bg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AFAFAF"/>
                      </a:outerShdw>
                    </a:effectLst>
                  </a14:hiddenEffects>
                </a:ext>
              </a:extLst>
            </p:spPr>
            <p:txBody>
              <a:bodyPr rot="10800000" vert="eaVert" wrap="none" anchor="ctr"/>
              <a:lstStyle/>
              <a:p>
                <a:pPr algn="ctr" eaLnBrk="0" hangingPunct="0"/>
                <a:r>
                  <a:rPr lang="uk-UA" b="1" dirty="0" err="1">
                    <a:latin typeface="Courier New" pitchFamily="49" charset="0"/>
                  </a:rPr>
                  <a:t>Атрібут</a:t>
                </a:r>
                <a:endParaRPr lang="uk-UA" b="1" dirty="0">
                  <a:latin typeface="Courier New" pitchFamily="49" charset="0"/>
                </a:endParaRPr>
              </a:p>
              <a:p>
                <a:pPr algn="ctr" eaLnBrk="0" hangingPunct="0"/>
                <a:endParaRPr lang="uk-UA" b="1" dirty="0">
                  <a:latin typeface="Courier New" pitchFamily="49" charset="0"/>
                </a:endParaRPr>
              </a:p>
              <a:p>
                <a:pPr algn="ctr" eaLnBrk="0" hangingPunct="0"/>
                <a:endParaRPr lang="ru-RU" b="1" dirty="0">
                  <a:latin typeface="Courier New" pitchFamily="49" charset="0"/>
                </a:endParaRPr>
              </a:p>
            </p:txBody>
          </p:sp>
        </p:grpSp>
      </p:grpSp>
      <p:sp>
        <p:nvSpPr>
          <p:cNvPr id="11" name="Заголовок 2"/>
          <p:cNvSpPr>
            <a:spLocks noGrp="1"/>
          </p:cNvSpPr>
          <p:nvPr>
            <p:ph type="title"/>
          </p:nvPr>
        </p:nvSpPr>
        <p:spPr>
          <a:xfrm>
            <a:off x="2915816" y="35332"/>
            <a:ext cx="3406775" cy="369332"/>
          </a:xfrm>
          <a:noFill/>
          <a:ln w="19050">
            <a:solidFill>
              <a:srgbClr val="0070C0"/>
            </a:solidFill>
          </a:ln>
        </p:spPr>
        <p:txBody>
          <a:bodyPr vert="horz" wrap="square" rtlCol="0" anchor="ctr">
            <a:spAutoFit/>
            <a:scene3d>
              <a:camera prst="orthographicFront"/>
              <a:lightRig rig="soft" dir="t"/>
            </a:scene3d>
            <a:sp3d prstMaterial="softEdge">
              <a:bevelT w="25400" h="25400"/>
            </a:sp3d>
          </a:bodyPr>
          <a:lstStyle/>
          <a:p>
            <a:r>
              <a:rPr lang="ru-RU" sz="1800" dirty="0" err="1">
                <a:solidFill>
                  <a:srgbClr val="002060"/>
                </a:solidFill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Атрібути</a:t>
            </a:r>
            <a:r>
              <a:rPr lang="ru-RU" sz="1800" dirty="0">
                <a:solidFill>
                  <a:srgbClr val="002060"/>
                </a:solidFill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 </a:t>
            </a:r>
            <a:r>
              <a:rPr lang="ru-RU" sz="1800" dirty="0" err="1">
                <a:solidFill>
                  <a:srgbClr val="002060"/>
                </a:solidFill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тегів</a:t>
            </a:r>
            <a:endParaRPr lang="ru-RU" sz="1800" dirty="0">
              <a:solidFill>
                <a:srgbClr val="002060"/>
              </a:solidFill>
              <a:latin typeface="Courier New" panose="02070309020205020404" pitchFamily="49" charset="0"/>
              <a:ea typeface="+mn-ea"/>
              <a:cs typeface="Courier New" panose="02070309020205020404" pitchFamily="49" charset="0"/>
            </a:endParaRPr>
          </a:p>
        </p:txBody>
      </p:sp>
      <p:cxnSp>
        <p:nvCxnSpPr>
          <p:cNvPr id="14" name="Прямая со стрелкой 13"/>
          <p:cNvCxnSpPr/>
          <p:nvPr/>
        </p:nvCxnSpPr>
        <p:spPr>
          <a:xfrm flipH="1">
            <a:off x="3923928" y="1966633"/>
            <a:ext cx="1152128" cy="1131844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133350" y="489305"/>
            <a:ext cx="8903146" cy="1477328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ru-RU" b="1" dirty="0" err="1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Атр</a:t>
            </a:r>
            <a:r>
              <a:rPr lang="uk-UA" b="1" dirty="0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і</a:t>
            </a:r>
            <a:r>
              <a:rPr lang="ru-RU" b="1" dirty="0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бути тега</a:t>
            </a: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ru-RU" b="1" dirty="0">
                <a:latin typeface="Courier New" panose="02070309020205020404" pitchFamily="49" charset="0"/>
                <a:cs typeface="Courier New" panose="02070309020205020404" pitchFamily="49" charset="0"/>
              </a:rPr>
              <a:t>- </a:t>
            </a:r>
            <a:r>
              <a:rPr lang="ru-RU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це</a:t>
            </a:r>
            <a:r>
              <a:rPr lang="ru-RU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ru-RU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його</a:t>
            </a:r>
            <a:r>
              <a:rPr lang="ru-RU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ru-RU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компоненти</a:t>
            </a:r>
            <a:r>
              <a:rPr lang="ru-RU" b="1" dirty="0"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ru-RU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що</a:t>
            </a:r>
            <a:r>
              <a:rPr lang="ru-RU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ru-RU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містять</a:t>
            </a:r>
            <a:r>
              <a:rPr lang="ru-RU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ru-RU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вказівки</a:t>
            </a:r>
            <a:r>
              <a:rPr lang="ru-RU" b="1" dirty="0">
                <a:latin typeface="Courier New" panose="02070309020205020404" pitchFamily="49" charset="0"/>
                <a:cs typeface="Courier New" panose="02070309020205020404" pitchFamily="49" charset="0"/>
              </a:rPr>
              <a:t> про те</a:t>
            </a:r>
          </a:p>
          <a:p>
            <a:r>
              <a:rPr lang="ru-RU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     як браузер </a:t>
            </a:r>
            <a:r>
              <a:rPr lang="ru-RU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має</a:t>
            </a:r>
            <a:r>
              <a:rPr lang="ru-RU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ru-RU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відпрацювати</a:t>
            </a:r>
            <a:r>
              <a:rPr lang="ru-RU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ru-RU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цей</a:t>
            </a:r>
            <a:r>
              <a:rPr lang="ru-RU" b="1" dirty="0">
                <a:latin typeface="Courier New" panose="02070309020205020404" pitchFamily="49" charset="0"/>
                <a:cs typeface="Courier New" panose="02070309020205020404" pitchFamily="49" charset="0"/>
              </a:rPr>
              <a:t> тег</a:t>
            </a: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.</a:t>
            </a:r>
          </a:p>
          <a:p>
            <a:endParaRPr lang="en-US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ru-RU" b="1" i="1" dirty="0" err="1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Атрибути</a:t>
            </a:r>
            <a:r>
              <a:rPr lang="ru-RU" b="1" i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ru-RU" b="1" i="1" dirty="0" err="1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можуть</a:t>
            </a:r>
            <a:r>
              <a:rPr lang="ru-RU" b="1" i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ru-RU" b="1" i="1" dirty="0" err="1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знаходитися</a:t>
            </a:r>
            <a:r>
              <a:rPr lang="ru-RU" b="1" i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ru-RU" b="1" i="1" dirty="0" err="1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тільки</a:t>
            </a:r>
            <a:r>
              <a:rPr lang="ru-RU" b="1" i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у </a:t>
            </a:r>
            <a:r>
              <a:rPr lang="ru-RU" b="1" i="1" dirty="0" err="1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тезі</a:t>
            </a:r>
            <a:r>
              <a:rPr lang="ru-RU" b="1" i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ru-RU" b="1" i="1" dirty="0" err="1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що</a:t>
            </a:r>
            <a:r>
              <a:rPr lang="ru-RU" b="1" i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ru-RU" b="1" i="1" dirty="0" err="1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відкриває</a:t>
            </a:r>
            <a:endParaRPr lang="ru-RU" b="1" i="1" dirty="0">
              <a:solidFill>
                <a:srgbClr val="FF00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ru-RU" b="1" i="1" dirty="0" err="1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Атрибути</a:t>
            </a:r>
            <a:r>
              <a:rPr lang="ru-RU" b="1" i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ru-RU" b="1" i="1" dirty="0" err="1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відокремлююсь</a:t>
            </a:r>
            <a:r>
              <a:rPr lang="ru-RU" b="1" i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один </a:t>
            </a:r>
            <a:r>
              <a:rPr lang="ru-RU" b="1" i="1" dirty="0" err="1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від</a:t>
            </a:r>
            <a:r>
              <a:rPr lang="ru-RU" b="1" i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одного </a:t>
            </a:r>
            <a:r>
              <a:rPr lang="ru-RU" b="1" i="1" dirty="0" err="1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пробілами</a:t>
            </a:r>
            <a:endParaRPr lang="ru-RU" b="1" i="1" dirty="0">
              <a:solidFill>
                <a:srgbClr val="C000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8663537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Заголовок 2"/>
          <p:cNvSpPr>
            <a:spLocks noGrp="1"/>
          </p:cNvSpPr>
          <p:nvPr>
            <p:ph type="title"/>
          </p:nvPr>
        </p:nvSpPr>
        <p:spPr>
          <a:xfrm>
            <a:off x="2915816" y="35332"/>
            <a:ext cx="3406775" cy="369332"/>
          </a:xfrm>
          <a:noFill/>
          <a:ln w="19050">
            <a:solidFill>
              <a:srgbClr val="0070C0"/>
            </a:solidFill>
          </a:ln>
        </p:spPr>
        <p:txBody>
          <a:bodyPr vert="horz" wrap="square" rtlCol="0" anchor="ctr">
            <a:spAutoFit/>
            <a:scene3d>
              <a:camera prst="orthographicFront"/>
              <a:lightRig rig="soft" dir="t"/>
            </a:scene3d>
            <a:sp3d prstMaterial="softEdge">
              <a:bevelT w="25400" h="25400"/>
            </a:sp3d>
          </a:bodyPr>
          <a:lstStyle/>
          <a:p>
            <a:r>
              <a:rPr lang="uk-UA" sz="1800" dirty="0">
                <a:solidFill>
                  <a:srgbClr val="002060"/>
                </a:solidFill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Глобальні а</a:t>
            </a:r>
            <a:r>
              <a:rPr lang="ru-RU" sz="1800" dirty="0" err="1">
                <a:solidFill>
                  <a:srgbClr val="002060"/>
                </a:solidFill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трібути</a:t>
            </a:r>
            <a:endParaRPr lang="ru-RU" sz="1800" dirty="0">
              <a:solidFill>
                <a:srgbClr val="002060"/>
              </a:solidFill>
              <a:latin typeface="Courier New" panose="02070309020205020404" pitchFamily="49" charset="0"/>
              <a:ea typeface="+mn-ea"/>
              <a:cs typeface="Courier New" panose="02070309020205020404" pitchFamily="49" charset="0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133350" y="489305"/>
            <a:ext cx="8903146" cy="2862322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uk-UA" b="1" dirty="0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Глобальні а</a:t>
            </a:r>
            <a:r>
              <a:rPr lang="ru-RU" b="1" dirty="0" err="1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трібути</a:t>
            </a:r>
            <a:r>
              <a:rPr lang="uk-UA" b="1" dirty="0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uk-UA" sz="1800" b="1" dirty="0">
                <a:solidFill>
                  <a:srgbClr val="002060"/>
                </a:solidFill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– це </a:t>
            </a:r>
            <a:r>
              <a:rPr lang="uk-UA" sz="1800" b="1" dirty="0" err="1">
                <a:solidFill>
                  <a:srgbClr val="002060"/>
                </a:solidFill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атрібути</a:t>
            </a:r>
            <a:r>
              <a:rPr lang="uk-UA" sz="1800" b="1" dirty="0">
                <a:solidFill>
                  <a:srgbClr val="002060"/>
                </a:solidFill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 які можуть бути надані будь якому  </a:t>
            </a:r>
            <a:r>
              <a:rPr lang="en-US" sz="1800" b="1" dirty="0">
                <a:solidFill>
                  <a:srgbClr val="002060"/>
                </a:solidFill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HTML </a:t>
            </a:r>
            <a:r>
              <a:rPr lang="uk-UA" sz="1800" b="1" dirty="0">
                <a:solidFill>
                  <a:srgbClr val="002060"/>
                </a:solidFill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елементу</a:t>
            </a:r>
            <a:br>
              <a:rPr lang="uk-UA" sz="1800" b="1" dirty="0">
                <a:solidFill>
                  <a:srgbClr val="002060"/>
                </a:solidFill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</a:br>
            <a:br>
              <a:rPr lang="uk-UA" sz="1800" b="1" dirty="0">
                <a:solidFill>
                  <a:srgbClr val="002060"/>
                </a:solidFill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</a:br>
            <a:r>
              <a:rPr lang="en-US" b="1" dirty="0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id </a:t>
            </a:r>
          </a:p>
          <a:p>
            <a:r>
              <a:rPr lang="en-US" b="1" dirty="0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class</a:t>
            </a:r>
          </a:p>
          <a:p>
            <a:r>
              <a:rPr lang="en-US" b="1" dirty="0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style</a:t>
            </a:r>
          </a:p>
          <a:p>
            <a:endParaRPr lang="en-US" sz="1800" b="1" dirty="0">
              <a:solidFill>
                <a:srgbClr val="002060"/>
              </a:solidFill>
              <a:latin typeface="Courier New" panose="02070309020205020404" pitchFamily="49" charset="0"/>
              <a:ea typeface="+mn-ea"/>
              <a:cs typeface="Courier New" panose="02070309020205020404" pitchFamily="49" charset="0"/>
            </a:endParaRPr>
          </a:p>
          <a:p>
            <a:r>
              <a:rPr lang="en-US" b="1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title </a:t>
            </a:r>
          </a:p>
          <a:p>
            <a:r>
              <a:rPr lang="en-US" sz="1800" b="1" dirty="0">
                <a:solidFill>
                  <a:srgbClr val="0070C0"/>
                </a:solidFill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Lang</a:t>
            </a:r>
          </a:p>
          <a:p>
            <a:r>
              <a:rPr lang="en-US" b="1" dirty="0" err="1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dir</a:t>
            </a:r>
            <a:r>
              <a:rPr lang="uk-UA" sz="1800" b="1" dirty="0">
                <a:solidFill>
                  <a:srgbClr val="0070C0"/>
                </a:solidFill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 </a:t>
            </a:r>
            <a:endParaRPr lang="en-US" b="1" dirty="0">
              <a:solidFill>
                <a:srgbClr val="0070C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8616914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674" name="Rectangle 2"/>
          <p:cNvSpPr>
            <a:spLocks noGrp="1" noChangeArrowheads="1"/>
          </p:cNvSpPr>
          <p:nvPr>
            <p:ph type="title"/>
          </p:nvPr>
        </p:nvSpPr>
        <p:spPr>
          <a:xfrm>
            <a:off x="2411760" y="116632"/>
            <a:ext cx="4824536" cy="369332"/>
          </a:xfrm>
          <a:noFill/>
          <a:ln w="19050">
            <a:solidFill>
              <a:srgbClr val="0070C0"/>
            </a:solidFill>
          </a:ln>
        </p:spPr>
        <p:txBody>
          <a:bodyPr vert="horz" wrap="square" rtlCol="0" anchor="ctr">
            <a:spAutoFit/>
            <a:scene3d>
              <a:camera prst="orthographicFront"/>
              <a:lightRig rig="soft" dir="t"/>
            </a:scene3d>
            <a:sp3d prstMaterial="softEdge">
              <a:bevelT w="25400" h="25400"/>
            </a:sp3d>
          </a:bodyPr>
          <a:lstStyle/>
          <a:p>
            <a:r>
              <a:rPr lang="ru-RU" sz="1800" dirty="0" err="1">
                <a:solidFill>
                  <a:srgbClr val="002060"/>
                </a:solidFill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Приклади</a:t>
            </a:r>
            <a:r>
              <a:rPr lang="ru-RU" sz="1800" dirty="0">
                <a:solidFill>
                  <a:srgbClr val="002060"/>
                </a:solidFill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 </a:t>
            </a:r>
            <a:r>
              <a:rPr lang="ru-RU" sz="1800" dirty="0" err="1">
                <a:solidFill>
                  <a:srgbClr val="002060"/>
                </a:solidFill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використання</a:t>
            </a:r>
            <a:r>
              <a:rPr lang="ru-RU" sz="1800" dirty="0">
                <a:solidFill>
                  <a:srgbClr val="002060"/>
                </a:solidFill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 </a:t>
            </a:r>
            <a:r>
              <a:rPr lang="ru-RU" sz="1800" dirty="0" err="1">
                <a:solidFill>
                  <a:srgbClr val="002060"/>
                </a:solidFill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атрибутів</a:t>
            </a:r>
            <a:endParaRPr lang="ru-RU" sz="1800" dirty="0">
              <a:solidFill>
                <a:srgbClr val="002060"/>
              </a:solidFill>
              <a:latin typeface="Courier New" panose="02070309020205020404" pitchFamily="49" charset="0"/>
              <a:ea typeface="+mn-ea"/>
              <a:cs typeface="Courier New" panose="02070309020205020404" pitchFamily="49" charset="0"/>
            </a:endParaRPr>
          </a:p>
        </p:txBody>
      </p:sp>
      <p:sp>
        <p:nvSpPr>
          <p:cNvPr id="156675" name="Rectangle 3"/>
          <p:cNvSpPr>
            <a:spLocks noChangeArrowheads="1"/>
          </p:cNvSpPr>
          <p:nvPr/>
        </p:nvSpPr>
        <p:spPr bwMode="auto">
          <a:xfrm>
            <a:off x="107504" y="620688"/>
            <a:ext cx="8856984" cy="4973638"/>
          </a:xfrm>
          <a:prstGeom prst="rect">
            <a:avLst/>
          </a:prstGeom>
          <a:solidFill>
            <a:srgbClr val="FFFF00">
              <a:alpha val="8000"/>
            </a:srgbClr>
          </a:solidFill>
          <a:ln>
            <a:noFill/>
          </a:ln>
          <a:effectLst/>
        </p:spPr>
        <p:txBody>
          <a:bodyPr lIns="0" tIns="0" rIns="0" bIns="0"/>
          <a:lstStyle/>
          <a:p>
            <a:pPr marL="228600" indent="-228600" eaLnBrk="0" hangingPunct="0">
              <a:lnSpc>
                <a:spcPct val="90000"/>
              </a:lnSpc>
              <a:spcBef>
                <a:spcPct val="40000"/>
              </a:spcBef>
              <a:buClr>
                <a:srgbClr val="8DACD0"/>
              </a:buClr>
              <a:buSzPct val="70000"/>
              <a:buFont typeface="Wingdings" pitchFamily="2" charset="2"/>
              <a:buNone/>
            </a:pPr>
            <a:r>
              <a:rPr lang="ru-RU" sz="2400" b="1" dirty="0">
                <a:latin typeface="Courier New" pitchFamily="49" charset="0"/>
              </a:rPr>
              <a:t>&lt;</a:t>
            </a:r>
            <a:r>
              <a:rPr lang="en-US" sz="2400" b="1" dirty="0">
                <a:latin typeface="Courier New" pitchFamily="49" charset="0"/>
              </a:rPr>
              <a:t>h1</a:t>
            </a:r>
            <a:r>
              <a:rPr lang="ru-RU" sz="2400" b="1" dirty="0">
                <a:latin typeface="Courier New" pitchFamily="49" charset="0"/>
              </a:rPr>
              <a:t> </a:t>
            </a:r>
            <a:r>
              <a:rPr lang="en-US" sz="2400" b="1" dirty="0">
                <a:solidFill>
                  <a:srgbClr val="0000FF"/>
                </a:solidFill>
                <a:latin typeface="Courier New" pitchFamily="49" charset="0"/>
              </a:rPr>
              <a:t>align</a:t>
            </a:r>
            <a:r>
              <a:rPr lang="ru-RU" sz="2400" b="1" dirty="0">
                <a:latin typeface="Courier New" pitchFamily="49" charset="0"/>
              </a:rPr>
              <a:t>=</a:t>
            </a:r>
            <a:r>
              <a:rPr lang="en-US" sz="2400" b="1" dirty="0">
                <a:latin typeface="Courier New" pitchFamily="49" charset="0"/>
              </a:rPr>
              <a:t>"</a:t>
            </a:r>
            <a:r>
              <a:rPr lang="en-US" sz="2400" b="1" dirty="0">
                <a:solidFill>
                  <a:srgbClr val="FF0000"/>
                </a:solidFill>
                <a:latin typeface="Courier New" pitchFamily="49" charset="0"/>
              </a:rPr>
              <a:t>center</a:t>
            </a:r>
            <a:r>
              <a:rPr lang="en-US" sz="2400" b="1" dirty="0">
                <a:latin typeface="Courier New" pitchFamily="49" charset="0"/>
              </a:rPr>
              <a:t>"</a:t>
            </a:r>
            <a:r>
              <a:rPr lang="ru-RU" sz="2400" b="1" dirty="0">
                <a:latin typeface="Courier New" pitchFamily="49" charset="0"/>
              </a:rPr>
              <a:t>&gt; </a:t>
            </a:r>
            <a:r>
              <a:rPr lang="ru-RU" b="1" dirty="0" err="1">
                <a:latin typeface="Courier New" pitchFamily="49" charset="0"/>
              </a:rPr>
              <a:t>Вирівняти</a:t>
            </a:r>
            <a:r>
              <a:rPr lang="ru-RU" b="1" dirty="0">
                <a:latin typeface="Courier New" pitchFamily="49" charset="0"/>
              </a:rPr>
              <a:t> по центру</a:t>
            </a:r>
          </a:p>
          <a:p>
            <a:pPr marL="228600" indent="-228600" eaLnBrk="0" hangingPunct="0">
              <a:lnSpc>
                <a:spcPct val="90000"/>
              </a:lnSpc>
              <a:spcBef>
                <a:spcPct val="40000"/>
              </a:spcBef>
              <a:buClr>
                <a:srgbClr val="8DACD0"/>
              </a:buClr>
              <a:buSzPct val="70000"/>
              <a:buFont typeface="Wingdings" pitchFamily="2" charset="2"/>
              <a:buNone/>
            </a:pPr>
            <a:r>
              <a:rPr lang="ru-RU" sz="2400" b="1" dirty="0">
                <a:latin typeface="Courier New" pitchFamily="49" charset="0"/>
              </a:rPr>
              <a:t>&lt;</a:t>
            </a:r>
            <a:r>
              <a:rPr lang="en-US" sz="2400" b="1" dirty="0">
                <a:latin typeface="Courier New" pitchFamily="49" charset="0"/>
              </a:rPr>
              <a:t>p</a:t>
            </a:r>
            <a:r>
              <a:rPr lang="ru-RU" sz="2400" b="1" dirty="0">
                <a:latin typeface="Courier New" pitchFamily="49" charset="0"/>
              </a:rPr>
              <a:t> </a:t>
            </a:r>
            <a:r>
              <a:rPr lang="en-US" sz="2400" b="1" dirty="0">
                <a:solidFill>
                  <a:srgbClr val="0000FF"/>
                </a:solidFill>
                <a:latin typeface="Courier New" pitchFamily="49" charset="0"/>
              </a:rPr>
              <a:t>align</a:t>
            </a:r>
            <a:r>
              <a:rPr lang="ru-RU" sz="2400" b="1" dirty="0">
                <a:latin typeface="Courier New" pitchFamily="49" charset="0"/>
              </a:rPr>
              <a:t>=</a:t>
            </a:r>
            <a:r>
              <a:rPr lang="en-US" sz="2400" b="1" dirty="0">
                <a:latin typeface="Courier New" pitchFamily="49" charset="0"/>
              </a:rPr>
              <a:t>"</a:t>
            </a:r>
            <a:r>
              <a:rPr lang="en-US" sz="2400" b="1" dirty="0">
                <a:solidFill>
                  <a:srgbClr val="FF0000"/>
                </a:solidFill>
                <a:latin typeface="Courier New" pitchFamily="49" charset="0"/>
              </a:rPr>
              <a:t>right</a:t>
            </a:r>
            <a:r>
              <a:rPr lang="en-US" sz="2400" b="1" dirty="0">
                <a:latin typeface="Courier New" pitchFamily="49" charset="0"/>
              </a:rPr>
              <a:t>"</a:t>
            </a:r>
            <a:r>
              <a:rPr lang="ru-RU" sz="2400" b="1" dirty="0">
                <a:latin typeface="Courier New" pitchFamily="49" charset="0"/>
              </a:rPr>
              <a:t>&gt; </a:t>
            </a:r>
            <a:r>
              <a:rPr lang="ru-RU" b="1" dirty="0">
                <a:latin typeface="Courier New" pitchFamily="49" charset="0"/>
              </a:rPr>
              <a:t>Выровнять по правому краю</a:t>
            </a:r>
            <a:endParaRPr lang="ru-RU" sz="2400" b="1" dirty="0">
              <a:latin typeface="Courier New" pitchFamily="49" charset="0"/>
            </a:endParaRPr>
          </a:p>
          <a:p>
            <a:pPr marL="228600" indent="-228600" eaLnBrk="0" hangingPunct="0">
              <a:lnSpc>
                <a:spcPct val="90000"/>
              </a:lnSpc>
              <a:spcBef>
                <a:spcPct val="40000"/>
              </a:spcBef>
              <a:buClr>
                <a:srgbClr val="8DACD0"/>
              </a:buClr>
              <a:buSzPct val="70000"/>
              <a:buFont typeface="Wingdings" pitchFamily="2" charset="2"/>
              <a:buNone/>
            </a:pPr>
            <a:r>
              <a:rPr lang="ru-RU" sz="2400" b="1" dirty="0">
                <a:latin typeface="Courier New" pitchFamily="49" charset="0"/>
              </a:rPr>
              <a:t>&lt;</a:t>
            </a:r>
            <a:r>
              <a:rPr lang="en-US" sz="2400" b="1" dirty="0">
                <a:latin typeface="Courier New" pitchFamily="49" charset="0"/>
              </a:rPr>
              <a:t>p</a:t>
            </a:r>
            <a:r>
              <a:rPr lang="ru-RU" sz="2400" b="1" dirty="0">
                <a:latin typeface="Courier New" pitchFamily="49" charset="0"/>
              </a:rPr>
              <a:t> </a:t>
            </a:r>
            <a:r>
              <a:rPr lang="en-US" sz="2400" b="1" dirty="0">
                <a:solidFill>
                  <a:srgbClr val="0000FF"/>
                </a:solidFill>
                <a:latin typeface="Courier New" pitchFamily="49" charset="0"/>
              </a:rPr>
              <a:t>align</a:t>
            </a:r>
            <a:r>
              <a:rPr lang="ru-RU" sz="2400" b="1" dirty="0">
                <a:latin typeface="Courier New" pitchFamily="49" charset="0"/>
              </a:rPr>
              <a:t>=</a:t>
            </a:r>
            <a:r>
              <a:rPr lang="en-US" sz="2400" b="1" dirty="0">
                <a:latin typeface="Courier New" pitchFamily="49" charset="0"/>
              </a:rPr>
              <a:t>"</a:t>
            </a:r>
            <a:r>
              <a:rPr lang="en-US" sz="2400" b="1" dirty="0">
                <a:solidFill>
                  <a:srgbClr val="FF0000"/>
                </a:solidFill>
                <a:latin typeface="Courier New" pitchFamily="49" charset="0"/>
              </a:rPr>
              <a:t>justify</a:t>
            </a:r>
            <a:r>
              <a:rPr lang="en-US" sz="2400" b="1" dirty="0">
                <a:latin typeface="Courier New" pitchFamily="49" charset="0"/>
              </a:rPr>
              <a:t>"</a:t>
            </a:r>
            <a:r>
              <a:rPr lang="ru-RU" sz="2400" b="1" dirty="0">
                <a:latin typeface="Courier New" pitchFamily="49" charset="0"/>
              </a:rPr>
              <a:t>&gt; </a:t>
            </a:r>
            <a:r>
              <a:rPr lang="ru-RU" b="1" dirty="0">
                <a:latin typeface="Courier New" pitchFamily="49" charset="0"/>
              </a:rPr>
              <a:t>Выровнять по ширине</a:t>
            </a:r>
            <a:endParaRPr lang="en-US" sz="2400" b="1" dirty="0">
              <a:latin typeface="Courier New" pitchFamily="49" charset="0"/>
            </a:endParaRPr>
          </a:p>
          <a:p>
            <a:pPr marL="228600" indent="-228600" eaLnBrk="0" hangingPunct="0">
              <a:lnSpc>
                <a:spcPct val="90000"/>
              </a:lnSpc>
              <a:spcBef>
                <a:spcPct val="40000"/>
              </a:spcBef>
              <a:buClr>
                <a:srgbClr val="8DACD0"/>
              </a:buClr>
              <a:buSzPct val="70000"/>
              <a:buFont typeface="Wingdings" pitchFamily="2" charset="2"/>
              <a:buNone/>
            </a:pPr>
            <a:r>
              <a:rPr lang="ru-RU" sz="2400" b="1" dirty="0">
                <a:latin typeface="Courier New" pitchFamily="49" charset="0"/>
              </a:rPr>
              <a:t>&lt;</a:t>
            </a:r>
            <a:r>
              <a:rPr lang="en-US" sz="2400" b="1" dirty="0">
                <a:latin typeface="Courier New" pitchFamily="49" charset="0"/>
              </a:rPr>
              <a:t>h2</a:t>
            </a:r>
            <a:r>
              <a:rPr lang="ru-RU" sz="2400" b="1" dirty="0">
                <a:latin typeface="Courier New" pitchFamily="49" charset="0"/>
              </a:rPr>
              <a:t> </a:t>
            </a:r>
            <a:r>
              <a:rPr lang="en-US" sz="2400" b="1" dirty="0">
                <a:solidFill>
                  <a:srgbClr val="0000FF"/>
                </a:solidFill>
                <a:latin typeface="Courier New" pitchFamily="49" charset="0"/>
              </a:rPr>
              <a:t>align</a:t>
            </a:r>
            <a:r>
              <a:rPr lang="ru-RU" sz="2400" b="1" dirty="0">
                <a:latin typeface="Courier New" pitchFamily="49" charset="0"/>
              </a:rPr>
              <a:t>=</a:t>
            </a:r>
            <a:r>
              <a:rPr lang="en-US" sz="2400" b="1" dirty="0">
                <a:latin typeface="Courier New" pitchFamily="49" charset="0"/>
              </a:rPr>
              <a:t>"</a:t>
            </a:r>
            <a:r>
              <a:rPr lang="en-US" sz="2400" b="1" dirty="0">
                <a:solidFill>
                  <a:srgbClr val="FF0000"/>
                </a:solidFill>
                <a:latin typeface="Courier New" pitchFamily="49" charset="0"/>
              </a:rPr>
              <a:t>left</a:t>
            </a:r>
            <a:r>
              <a:rPr lang="en-US" sz="2400" b="1" dirty="0">
                <a:latin typeface="Courier New" pitchFamily="49" charset="0"/>
              </a:rPr>
              <a:t>"</a:t>
            </a:r>
            <a:r>
              <a:rPr lang="ru-RU" sz="2400" b="1" dirty="0">
                <a:latin typeface="Courier New" pitchFamily="49" charset="0"/>
              </a:rPr>
              <a:t>&gt; </a:t>
            </a:r>
            <a:r>
              <a:rPr lang="ru-RU" b="1" dirty="0">
                <a:latin typeface="Courier New" pitchFamily="49" charset="0"/>
              </a:rPr>
              <a:t>Выровнять по левому краю</a:t>
            </a:r>
            <a:endParaRPr lang="en-US" sz="2400" b="1" dirty="0">
              <a:latin typeface="Courier New" pitchFamily="49" charset="0"/>
            </a:endParaRPr>
          </a:p>
          <a:p>
            <a:pPr marL="228600" indent="-228600" eaLnBrk="0" hangingPunct="0">
              <a:lnSpc>
                <a:spcPct val="90000"/>
              </a:lnSpc>
              <a:spcBef>
                <a:spcPct val="40000"/>
              </a:spcBef>
              <a:buClr>
                <a:srgbClr val="8DACD0"/>
              </a:buClr>
              <a:buSzPct val="70000"/>
              <a:buFont typeface="Wingdings" pitchFamily="2" charset="2"/>
              <a:buNone/>
            </a:pPr>
            <a:endParaRPr lang="en-US" sz="2400" b="1" dirty="0">
              <a:latin typeface="Courier New" pitchFamily="49" charset="0"/>
            </a:endParaRPr>
          </a:p>
          <a:p>
            <a:pPr marL="228600" indent="-228600" eaLnBrk="0" hangingPunct="0">
              <a:lnSpc>
                <a:spcPct val="90000"/>
              </a:lnSpc>
              <a:spcBef>
                <a:spcPct val="40000"/>
              </a:spcBef>
              <a:buClr>
                <a:srgbClr val="8DACD0"/>
              </a:buClr>
              <a:buSzPct val="70000"/>
              <a:buFont typeface="Wingdings" pitchFamily="2" charset="2"/>
              <a:buNone/>
            </a:pPr>
            <a:r>
              <a:rPr lang="ru-RU" sz="2400" b="1" dirty="0">
                <a:latin typeface="Courier New" pitchFamily="49" charset="0"/>
              </a:rPr>
              <a:t>&lt;</a:t>
            </a:r>
            <a:r>
              <a:rPr lang="en-US" sz="2400" b="1" dirty="0" err="1">
                <a:latin typeface="Courier New" pitchFamily="49" charset="0"/>
              </a:rPr>
              <a:t>hr</a:t>
            </a:r>
            <a:r>
              <a:rPr lang="ru-RU" sz="2400" b="1" dirty="0">
                <a:latin typeface="Courier New" pitchFamily="49" charset="0"/>
              </a:rPr>
              <a:t> </a:t>
            </a:r>
            <a:r>
              <a:rPr lang="ru-RU" sz="2400" b="1" dirty="0" err="1">
                <a:solidFill>
                  <a:srgbClr val="0000FF"/>
                </a:solidFill>
                <a:latin typeface="Courier New" pitchFamily="49" charset="0"/>
              </a:rPr>
              <a:t>size</a:t>
            </a:r>
            <a:r>
              <a:rPr lang="ru-RU" sz="2400" b="1" dirty="0">
                <a:latin typeface="Courier New" pitchFamily="49" charset="0"/>
              </a:rPr>
              <a:t>=</a:t>
            </a:r>
            <a:r>
              <a:rPr lang="en-US" sz="2400" b="1" dirty="0">
                <a:latin typeface="Courier New" pitchFamily="49" charset="0"/>
              </a:rPr>
              <a:t>"</a:t>
            </a:r>
            <a:r>
              <a:rPr lang="en-US" sz="2400" b="1" dirty="0">
                <a:solidFill>
                  <a:srgbClr val="FF0000"/>
                </a:solidFill>
                <a:latin typeface="Courier New" pitchFamily="49" charset="0"/>
              </a:rPr>
              <a:t>3</a:t>
            </a:r>
            <a:r>
              <a:rPr lang="en-US" sz="2400" b="1" dirty="0">
                <a:latin typeface="Courier New" pitchFamily="49" charset="0"/>
              </a:rPr>
              <a:t>"</a:t>
            </a:r>
            <a:r>
              <a:rPr lang="ru-RU" sz="2400" b="1" dirty="0">
                <a:latin typeface="Courier New" pitchFamily="49" charset="0"/>
              </a:rPr>
              <a:t>&gt; </a:t>
            </a:r>
            <a:r>
              <a:rPr lang="ru-RU" b="1" dirty="0">
                <a:latin typeface="Courier New" pitchFamily="49" charset="0"/>
              </a:rPr>
              <a:t>Толщина разделительной линии</a:t>
            </a:r>
          </a:p>
          <a:p>
            <a:pPr marL="228600" indent="-228600" eaLnBrk="0" hangingPunct="0">
              <a:lnSpc>
                <a:spcPct val="90000"/>
              </a:lnSpc>
              <a:spcBef>
                <a:spcPct val="40000"/>
              </a:spcBef>
              <a:buClr>
                <a:srgbClr val="8DACD0"/>
              </a:buClr>
              <a:buSzPct val="70000"/>
              <a:buFont typeface="Wingdings" pitchFamily="2" charset="2"/>
              <a:buNone/>
            </a:pPr>
            <a:r>
              <a:rPr lang="ru-RU" sz="2400" b="1" dirty="0">
                <a:latin typeface="Courier New" pitchFamily="49" charset="0"/>
              </a:rPr>
              <a:t>&lt;</a:t>
            </a:r>
            <a:r>
              <a:rPr lang="en-US" sz="2400" b="1" dirty="0" err="1">
                <a:latin typeface="Courier New" pitchFamily="49" charset="0"/>
              </a:rPr>
              <a:t>hr</a:t>
            </a:r>
            <a:r>
              <a:rPr lang="ru-RU" sz="2400" b="1" dirty="0">
                <a:latin typeface="Courier New" pitchFamily="49" charset="0"/>
              </a:rPr>
              <a:t> </a:t>
            </a:r>
            <a:r>
              <a:rPr lang="ru-RU" sz="2400" b="1" dirty="0" err="1">
                <a:solidFill>
                  <a:srgbClr val="0000FF"/>
                </a:solidFill>
                <a:latin typeface="Courier New" pitchFamily="49" charset="0"/>
              </a:rPr>
              <a:t>noshade</a:t>
            </a:r>
            <a:r>
              <a:rPr lang="ru-RU" sz="2400" b="1" dirty="0">
                <a:latin typeface="Courier New" pitchFamily="49" charset="0"/>
              </a:rPr>
              <a:t>&gt; </a:t>
            </a:r>
            <a:r>
              <a:rPr lang="ru-RU" b="1" dirty="0">
                <a:latin typeface="Courier New" pitchFamily="49" charset="0"/>
              </a:rPr>
              <a:t>Разделительная линия без тени</a:t>
            </a:r>
          </a:p>
          <a:p>
            <a:pPr marL="228600" indent="-228600" eaLnBrk="0" hangingPunct="0">
              <a:lnSpc>
                <a:spcPct val="90000"/>
              </a:lnSpc>
              <a:spcBef>
                <a:spcPct val="40000"/>
              </a:spcBef>
              <a:buClr>
                <a:srgbClr val="8DACD0"/>
              </a:buClr>
              <a:buSzPct val="70000"/>
              <a:buFont typeface="Wingdings" pitchFamily="2" charset="2"/>
              <a:buNone/>
            </a:pPr>
            <a:r>
              <a:rPr lang="ru-RU" sz="2400" b="1" dirty="0">
                <a:latin typeface="Courier New" pitchFamily="49" charset="0"/>
              </a:rPr>
              <a:t>&lt;</a:t>
            </a:r>
            <a:r>
              <a:rPr lang="en-US" sz="2400" b="1" dirty="0" err="1">
                <a:latin typeface="Courier New" pitchFamily="49" charset="0"/>
              </a:rPr>
              <a:t>hr</a:t>
            </a:r>
            <a:r>
              <a:rPr lang="ru-RU" sz="2400" b="1" dirty="0">
                <a:latin typeface="Courier New" pitchFamily="49" charset="0"/>
              </a:rPr>
              <a:t> </a:t>
            </a:r>
            <a:r>
              <a:rPr lang="en-US" sz="2400" b="1" dirty="0">
                <a:solidFill>
                  <a:srgbClr val="0000FF"/>
                </a:solidFill>
                <a:latin typeface="Courier New" pitchFamily="49" charset="0"/>
              </a:rPr>
              <a:t>align</a:t>
            </a:r>
            <a:r>
              <a:rPr lang="ru-RU" sz="2400" b="1" dirty="0">
                <a:latin typeface="Courier New" pitchFamily="49" charset="0"/>
              </a:rPr>
              <a:t>=</a:t>
            </a:r>
            <a:r>
              <a:rPr lang="en-US" sz="2400" b="1" dirty="0">
                <a:latin typeface="Courier New" pitchFamily="49" charset="0"/>
              </a:rPr>
              <a:t>"</a:t>
            </a:r>
            <a:r>
              <a:rPr lang="en-US" sz="2400" b="1" dirty="0">
                <a:solidFill>
                  <a:srgbClr val="FF0000"/>
                </a:solidFill>
                <a:latin typeface="Courier New" pitchFamily="49" charset="0"/>
              </a:rPr>
              <a:t>right</a:t>
            </a:r>
            <a:r>
              <a:rPr lang="en-US" sz="2400" b="1" dirty="0">
                <a:latin typeface="Courier New" pitchFamily="49" charset="0"/>
              </a:rPr>
              <a:t>"</a:t>
            </a:r>
            <a:r>
              <a:rPr lang="ru-RU" sz="2400" b="1" dirty="0">
                <a:latin typeface="Courier New" pitchFamily="49" charset="0"/>
              </a:rPr>
              <a:t> </a:t>
            </a:r>
            <a:r>
              <a:rPr lang="en-US" sz="2400" b="1" dirty="0">
                <a:solidFill>
                  <a:srgbClr val="0000FF"/>
                </a:solidFill>
                <a:latin typeface="Courier New" pitchFamily="49" charset="0"/>
              </a:rPr>
              <a:t>width</a:t>
            </a:r>
            <a:r>
              <a:rPr lang="ru-RU" sz="2400" b="1" dirty="0">
                <a:latin typeface="Courier New" pitchFamily="49" charset="0"/>
              </a:rPr>
              <a:t>=</a:t>
            </a:r>
            <a:r>
              <a:rPr lang="en-US" sz="2400" b="1" dirty="0">
                <a:latin typeface="Courier New" pitchFamily="49" charset="0"/>
              </a:rPr>
              <a:t>"</a:t>
            </a:r>
            <a:r>
              <a:rPr lang="en-US" sz="2400" b="1" dirty="0">
                <a:solidFill>
                  <a:srgbClr val="FF0000"/>
                </a:solidFill>
                <a:latin typeface="Courier New" pitchFamily="49" charset="0"/>
              </a:rPr>
              <a:t>450</a:t>
            </a:r>
            <a:r>
              <a:rPr lang="en-US" sz="2400" b="1" dirty="0">
                <a:latin typeface="Courier New" pitchFamily="49" charset="0"/>
              </a:rPr>
              <a:t>"</a:t>
            </a:r>
            <a:r>
              <a:rPr lang="ru-RU" sz="2400" b="1" dirty="0">
                <a:latin typeface="Courier New" pitchFamily="49" charset="0"/>
              </a:rPr>
              <a:t>&gt; </a:t>
            </a:r>
            <a:r>
              <a:rPr lang="ru-RU" b="1" dirty="0">
                <a:latin typeface="Courier New" pitchFamily="49" charset="0"/>
              </a:rPr>
              <a:t>Ширина в пикселях</a:t>
            </a:r>
            <a:endParaRPr lang="en-US" b="1" dirty="0">
              <a:latin typeface="Courier New" pitchFamily="49" charset="0"/>
            </a:endParaRPr>
          </a:p>
          <a:p>
            <a:pPr marL="228600" indent="-228600" eaLnBrk="0" hangingPunct="0">
              <a:lnSpc>
                <a:spcPct val="90000"/>
              </a:lnSpc>
              <a:spcBef>
                <a:spcPct val="40000"/>
              </a:spcBef>
              <a:buClr>
                <a:srgbClr val="8DACD0"/>
              </a:buClr>
              <a:buSzPct val="70000"/>
              <a:buFont typeface="Wingdings" pitchFamily="2" charset="2"/>
              <a:buNone/>
            </a:pPr>
            <a:r>
              <a:rPr lang="ru-RU" sz="2400" b="1" dirty="0">
                <a:latin typeface="Courier New" pitchFamily="49" charset="0"/>
              </a:rPr>
              <a:t>&lt;</a:t>
            </a:r>
            <a:r>
              <a:rPr lang="en-US" sz="2400" b="1" dirty="0" err="1">
                <a:latin typeface="Courier New" pitchFamily="49" charset="0"/>
              </a:rPr>
              <a:t>hr</a:t>
            </a:r>
            <a:r>
              <a:rPr lang="ru-RU" sz="2400" b="1" dirty="0">
                <a:latin typeface="Courier New" pitchFamily="49" charset="0"/>
              </a:rPr>
              <a:t> </a:t>
            </a:r>
            <a:r>
              <a:rPr lang="ru-RU" sz="2400" b="1" dirty="0" err="1">
                <a:solidFill>
                  <a:srgbClr val="0000FF"/>
                </a:solidFill>
                <a:latin typeface="Courier New" pitchFamily="49" charset="0"/>
              </a:rPr>
              <a:t>size</a:t>
            </a:r>
            <a:r>
              <a:rPr lang="ru-RU" sz="2400" b="1" dirty="0">
                <a:latin typeface="Courier New" pitchFamily="49" charset="0"/>
              </a:rPr>
              <a:t>=</a:t>
            </a:r>
            <a:r>
              <a:rPr lang="en-US" sz="2400" b="1" dirty="0">
                <a:latin typeface="Courier New" pitchFamily="49" charset="0"/>
              </a:rPr>
              <a:t>"</a:t>
            </a:r>
            <a:r>
              <a:rPr lang="en-US" sz="2400" b="1" dirty="0">
                <a:solidFill>
                  <a:srgbClr val="FF0000"/>
                </a:solidFill>
                <a:latin typeface="Courier New" pitchFamily="49" charset="0"/>
              </a:rPr>
              <a:t>3</a:t>
            </a:r>
            <a:r>
              <a:rPr lang="en-US" sz="2400" b="1" dirty="0">
                <a:latin typeface="Courier New" pitchFamily="49" charset="0"/>
              </a:rPr>
              <a:t>" </a:t>
            </a:r>
            <a:r>
              <a:rPr lang="en-US" sz="2400" b="1" dirty="0">
                <a:solidFill>
                  <a:srgbClr val="0000FF"/>
                </a:solidFill>
                <a:latin typeface="Courier New" pitchFamily="49" charset="0"/>
              </a:rPr>
              <a:t>width</a:t>
            </a:r>
            <a:r>
              <a:rPr lang="ru-RU" sz="2400" b="1" dirty="0">
                <a:latin typeface="Courier New" pitchFamily="49" charset="0"/>
              </a:rPr>
              <a:t>=</a:t>
            </a:r>
            <a:r>
              <a:rPr lang="en-US" sz="2400" b="1" dirty="0">
                <a:latin typeface="Courier New" pitchFamily="49" charset="0"/>
              </a:rPr>
              <a:t>"</a:t>
            </a:r>
            <a:r>
              <a:rPr lang="en-US" sz="2400" b="1" dirty="0">
                <a:solidFill>
                  <a:srgbClr val="FF0000"/>
                </a:solidFill>
                <a:latin typeface="Courier New" pitchFamily="49" charset="0"/>
              </a:rPr>
              <a:t>50%</a:t>
            </a:r>
            <a:r>
              <a:rPr lang="en-US" sz="2400" b="1" dirty="0">
                <a:latin typeface="Courier New" pitchFamily="49" charset="0"/>
              </a:rPr>
              <a:t>" </a:t>
            </a:r>
            <a:r>
              <a:rPr lang="en-US" sz="2400" b="1" dirty="0">
                <a:solidFill>
                  <a:srgbClr val="0000FF"/>
                </a:solidFill>
                <a:latin typeface="Courier New" pitchFamily="49" charset="0"/>
              </a:rPr>
              <a:t>align</a:t>
            </a:r>
            <a:r>
              <a:rPr lang="ru-RU" sz="2400" b="1" dirty="0">
                <a:latin typeface="Courier New" pitchFamily="49" charset="0"/>
              </a:rPr>
              <a:t>=</a:t>
            </a:r>
            <a:r>
              <a:rPr lang="en-US" sz="2400" b="1" dirty="0">
                <a:latin typeface="Courier New" pitchFamily="49" charset="0"/>
              </a:rPr>
              <a:t>"</a:t>
            </a:r>
            <a:r>
              <a:rPr lang="en-US" sz="2400" b="1" dirty="0">
                <a:solidFill>
                  <a:srgbClr val="FF0000"/>
                </a:solidFill>
                <a:latin typeface="Courier New" pitchFamily="49" charset="0"/>
              </a:rPr>
              <a:t>center</a:t>
            </a:r>
            <a:r>
              <a:rPr lang="en-US" sz="2400" b="1" dirty="0">
                <a:latin typeface="Courier New" pitchFamily="49" charset="0"/>
              </a:rPr>
              <a:t>"</a:t>
            </a:r>
            <a:r>
              <a:rPr lang="ru-RU" sz="2400" b="1" dirty="0">
                <a:latin typeface="Courier New" pitchFamily="49" charset="0"/>
              </a:rPr>
              <a:t>&gt;</a:t>
            </a:r>
            <a:endParaRPr lang="en-US" sz="2400" b="1" dirty="0">
              <a:latin typeface="Courier New" pitchFamily="49" charset="0"/>
            </a:endParaRPr>
          </a:p>
          <a:p>
            <a:pPr marL="228600" indent="-228600" eaLnBrk="0" hangingPunct="0">
              <a:lnSpc>
                <a:spcPct val="90000"/>
              </a:lnSpc>
              <a:spcBef>
                <a:spcPct val="40000"/>
              </a:spcBef>
              <a:buClr>
                <a:srgbClr val="8DACD0"/>
              </a:buClr>
              <a:buSzPct val="70000"/>
              <a:buFont typeface="Wingdings" pitchFamily="2" charset="2"/>
              <a:buNone/>
            </a:pPr>
            <a:endParaRPr lang="en-US" sz="2400" b="1" dirty="0">
              <a:latin typeface="Courier New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0725276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818" name="Rectangle 2"/>
          <p:cNvSpPr>
            <a:spLocks noGrp="1" noChangeArrowheads="1"/>
          </p:cNvSpPr>
          <p:nvPr>
            <p:ph type="title"/>
          </p:nvPr>
        </p:nvSpPr>
        <p:spPr>
          <a:xfrm>
            <a:off x="1619672" y="44624"/>
            <a:ext cx="5904656" cy="369332"/>
          </a:xfrm>
          <a:noFill/>
          <a:ln w="19050">
            <a:solidFill>
              <a:srgbClr val="0070C0"/>
            </a:solidFill>
          </a:ln>
        </p:spPr>
        <p:txBody>
          <a:bodyPr vert="horz" wrap="square" rtlCol="0" anchor="ctr">
            <a:spAutoFit/>
            <a:scene3d>
              <a:camera prst="orthographicFront"/>
              <a:lightRig rig="soft" dir="t"/>
            </a:scene3d>
            <a:sp3d prstMaterial="softEdge">
              <a:bevelT w="25400" h="25400"/>
            </a:sp3d>
          </a:bodyPr>
          <a:lstStyle/>
          <a:p>
            <a:r>
              <a:rPr lang="uk-UA" sz="1800" dirty="0">
                <a:solidFill>
                  <a:srgbClr val="002060"/>
                </a:solidFill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Безпосереднє форматування тексту</a:t>
            </a:r>
            <a:endParaRPr lang="ru-RU" sz="1800" dirty="0">
              <a:solidFill>
                <a:srgbClr val="002060"/>
              </a:solidFill>
              <a:latin typeface="Courier New" panose="02070309020205020404" pitchFamily="49" charset="0"/>
              <a:ea typeface="+mn-ea"/>
              <a:cs typeface="Courier New" panose="02070309020205020404" pitchFamily="49" charset="0"/>
            </a:endParaRPr>
          </a:p>
        </p:txBody>
      </p:sp>
      <p:sp>
        <p:nvSpPr>
          <p:cNvPr id="162819" name="Rectangle 3"/>
          <p:cNvSpPr>
            <a:spLocks noChangeArrowheads="1"/>
          </p:cNvSpPr>
          <p:nvPr/>
        </p:nvSpPr>
        <p:spPr bwMode="auto">
          <a:xfrm>
            <a:off x="179512" y="703039"/>
            <a:ext cx="5400600" cy="2869977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/>
          <a:lstStyle/>
          <a:p>
            <a:pPr marL="228600" indent="-228600" eaLnBrk="0" hangingPunct="0"/>
            <a:r>
              <a:rPr lang="ru-RU" sz="2000" b="1" dirty="0">
                <a:solidFill>
                  <a:srgbClr val="0000FF"/>
                </a:solidFill>
                <a:latin typeface="Courier New" pitchFamily="49" charset="0"/>
              </a:rPr>
              <a:t>&lt;</a:t>
            </a:r>
            <a:r>
              <a:rPr lang="en-US" sz="2000" b="1" dirty="0" err="1">
                <a:solidFill>
                  <a:srgbClr val="0000FF"/>
                </a:solidFill>
                <a:latin typeface="Courier New" pitchFamily="49" charset="0"/>
              </a:rPr>
              <a:t>i</a:t>
            </a:r>
            <a:r>
              <a:rPr lang="ru-RU" sz="2000" b="1" dirty="0">
                <a:solidFill>
                  <a:srgbClr val="0000FF"/>
                </a:solidFill>
                <a:latin typeface="Courier New" pitchFamily="49" charset="0"/>
              </a:rPr>
              <a:t>&gt;</a:t>
            </a:r>
            <a:r>
              <a:rPr lang="en-US" sz="2000" b="1" dirty="0">
                <a:latin typeface="Courier New" pitchFamily="49" charset="0"/>
              </a:rPr>
              <a:t> - </a:t>
            </a:r>
            <a:r>
              <a:rPr lang="uk-UA" sz="2000" b="1" dirty="0">
                <a:latin typeface="Courier New" pitchFamily="49" charset="0"/>
              </a:rPr>
              <a:t>курсив </a:t>
            </a:r>
            <a:r>
              <a:rPr lang="en-US" sz="2000" b="1" dirty="0">
                <a:solidFill>
                  <a:srgbClr val="0000FF"/>
                </a:solidFill>
                <a:latin typeface="Courier New" pitchFamily="49" charset="0"/>
              </a:rPr>
              <a:t>&lt;/</a:t>
            </a:r>
            <a:r>
              <a:rPr lang="en-US" sz="2000" b="1" dirty="0" err="1">
                <a:solidFill>
                  <a:srgbClr val="0000FF"/>
                </a:solidFill>
                <a:latin typeface="Courier New" pitchFamily="49" charset="0"/>
              </a:rPr>
              <a:t>i</a:t>
            </a:r>
            <a:r>
              <a:rPr lang="en-US" sz="2000" b="1" dirty="0">
                <a:solidFill>
                  <a:srgbClr val="0000FF"/>
                </a:solidFill>
                <a:latin typeface="Courier New" pitchFamily="49" charset="0"/>
              </a:rPr>
              <a:t>&gt;</a:t>
            </a:r>
            <a:endParaRPr lang="ru-RU" sz="2000" b="1" dirty="0">
              <a:solidFill>
                <a:srgbClr val="0000FF"/>
              </a:solidFill>
              <a:latin typeface="Courier New" pitchFamily="49" charset="0"/>
            </a:endParaRPr>
          </a:p>
          <a:p>
            <a:pPr marL="228600" indent="-228600" eaLnBrk="0" hangingPunct="0"/>
            <a:r>
              <a:rPr lang="ru-RU" sz="2000" b="1" dirty="0">
                <a:solidFill>
                  <a:srgbClr val="0000FF"/>
                </a:solidFill>
                <a:latin typeface="Courier New" pitchFamily="49" charset="0"/>
              </a:rPr>
              <a:t>&lt;</a:t>
            </a:r>
            <a:r>
              <a:rPr lang="en-US" sz="2000" b="1" dirty="0">
                <a:solidFill>
                  <a:srgbClr val="0000FF"/>
                </a:solidFill>
                <a:latin typeface="Courier New" pitchFamily="49" charset="0"/>
              </a:rPr>
              <a:t>b</a:t>
            </a:r>
            <a:r>
              <a:rPr lang="ru-RU" sz="2000" b="1" dirty="0">
                <a:solidFill>
                  <a:srgbClr val="0000FF"/>
                </a:solidFill>
                <a:latin typeface="Courier New" pitchFamily="49" charset="0"/>
              </a:rPr>
              <a:t>&gt;</a:t>
            </a:r>
            <a:r>
              <a:rPr lang="ru-RU" sz="2000" b="1" dirty="0">
                <a:latin typeface="Courier New" pitchFamily="49" charset="0"/>
              </a:rPr>
              <a:t> - </a:t>
            </a:r>
            <a:r>
              <a:rPr lang="uk-UA" sz="2000" b="1" dirty="0">
                <a:latin typeface="Courier New" pitchFamily="49" charset="0"/>
              </a:rPr>
              <a:t>напівжирний</a:t>
            </a:r>
            <a:r>
              <a:rPr lang="en-US" sz="2000" b="1" dirty="0">
                <a:latin typeface="Courier New" pitchFamily="49" charset="0"/>
              </a:rPr>
              <a:t> </a:t>
            </a:r>
            <a:r>
              <a:rPr lang="en-US" sz="2000" b="1" dirty="0">
                <a:solidFill>
                  <a:srgbClr val="0070C0"/>
                </a:solidFill>
                <a:latin typeface="Courier New" pitchFamily="49" charset="0"/>
              </a:rPr>
              <a:t>&lt;/b&gt;</a:t>
            </a:r>
            <a:endParaRPr lang="ru-RU" sz="2000" b="1" dirty="0">
              <a:solidFill>
                <a:srgbClr val="0070C0"/>
              </a:solidFill>
              <a:latin typeface="Courier New" pitchFamily="49" charset="0"/>
            </a:endParaRPr>
          </a:p>
          <a:p>
            <a:pPr marL="228600" indent="-228600" eaLnBrk="0" hangingPunct="0"/>
            <a:r>
              <a:rPr lang="ru-RU" sz="2000" b="1" dirty="0">
                <a:solidFill>
                  <a:srgbClr val="0000FF"/>
                </a:solidFill>
                <a:latin typeface="Courier New" pitchFamily="49" charset="0"/>
              </a:rPr>
              <a:t>&lt;</a:t>
            </a:r>
            <a:r>
              <a:rPr lang="en-US" sz="2000" b="1" dirty="0">
                <a:solidFill>
                  <a:srgbClr val="0000FF"/>
                </a:solidFill>
                <a:latin typeface="Courier New" pitchFamily="49" charset="0"/>
              </a:rPr>
              <a:t>u</a:t>
            </a:r>
            <a:r>
              <a:rPr lang="ru-RU" sz="2000" b="1" dirty="0">
                <a:solidFill>
                  <a:srgbClr val="0000FF"/>
                </a:solidFill>
                <a:latin typeface="Courier New" pitchFamily="49" charset="0"/>
              </a:rPr>
              <a:t>&gt;</a:t>
            </a:r>
            <a:r>
              <a:rPr lang="ru-RU" sz="2000" b="1" dirty="0">
                <a:latin typeface="Courier New" pitchFamily="49" charset="0"/>
              </a:rPr>
              <a:t> - </a:t>
            </a:r>
            <a:r>
              <a:rPr lang="ru-RU" sz="2000" b="1" dirty="0" err="1">
                <a:latin typeface="Courier New" pitchFamily="49" charset="0"/>
              </a:rPr>
              <a:t>пыдкреслити</a:t>
            </a:r>
            <a:r>
              <a:rPr lang="en-US" sz="2000" b="1" dirty="0">
                <a:latin typeface="Courier New" pitchFamily="49" charset="0"/>
              </a:rPr>
              <a:t> </a:t>
            </a:r>
            <a:r>
              <a:rPr lang="en-US" sz="2000" b="1" dirty="0">
                <a:solidFill>
                  <a:srgbClr val="0070C0"/>
                </a:solidFill>
                <a:latin typeface="Courier New" pitchFamily="49" charset="0"/>
              </a:rPr>
              <a:t>&lt;/u&gt;</a:t>
            </a:r>
            <a:endParaRPr lang="ru-RU" sz="2000" b="1" dirty="0">
              <a:solidFill>
                <a:srgbClr val="0070C0"/>
              </a:solidFill>
              <a:latin typeface="Courier New" pitchFamily="49" charset="0"/>
            </a:endParaRPr>
          </a:p>
          <a:p>
            <a:pPr marL="228600" indent="-228600" eaLnBrk="0" hangingPunct="0"/>
            <a:r>
              <a:rPr lang="ru-RU" sz="2000" b="1" dirty="0">
                <a:solidFill>
                  <a:srgbClr val="0000FF"/>
                </a:solidFill>
                <a:latin typeface="Courier New" pitchFamily="49" charset="0"/>
              </a:rPr>
              <a:t>&lt;</a:t>
            </a:r>
            <a:r>
              <a:rPr lang="en-US" sz="2000" b="1" dirty="0">
                <a:solidFill>
                  <a:srgbClr val="0000FF"/>
                </a:solidFill>
                <a:latin typeface="Courier New" pitchFamily="49" charset="0"/>
              </a:rPr>
              <a:t>strike</a:t>
            </a:r>
            <a:r>
              <a:rPr lang="ru-RU" sz="2000" b="1" dirty="0">
                <a:solidFill>
                  <a:srgbClr val="0000FF"/>
                </a:solidFill>
                <a:latin typeface="Courier New" pitchFamily="49" charset="0"/>
              </a:rPr>
              <a:t>&gt;</a:t>
            </a:r>
            <a:r>
              <a:rPr lang="ru-RU" sz="2000" b="1" dirty="0">
                <a:latin typeface="Courier New" pitchFamily="49" charset="0"/>
              </a:rPr>
              <a:t> - </a:t>
            </a:r>
            <a:r>
              <a:rPr lang="ru-RU" sz="2000" b="1" dirty="0" err="1">
                <a:latin typeface="Courier New" pitchFamily="49" charset="0"/>
              </a:rPr>
              <a:t>перекреслити</a:t>
            </a:r>
            <a:r>
              <a:rPr lang="en-US" sz="2000" b="1" dirty="0">
                <a:latin typeface="Courier New" pitchFamily="49" charset="0"/>
              </a:rPr>
              <a:t> </a:t>
            </a:r>
            <a:r>
              <a:rPr lang="en-US" sz="2000" b="1" dirty="0">
                <a:solidFill>
                  <a:srgbClr val="0070C0"/>
                </a:solidFill>
                <a:latin typeface="Courier New" pitchFamily="49" charset="0"/>
              </a:rPr>
              <a:t>&lt;/strike&gt;</a:t>
            </a:r>
            <a:endParaRPr lang="ru-RU" sz="2000" b="1" dirty="0">
              <a:solidFill>
                <a:srgbClr val="0070C0"/>
              </a:solidFill>
              <a:latin typeface="Courier New" pitchFamily="49" charset="0"/>
            </a:endParaRPr>
          </a:p>
          <a:p>
            <a:pPr marL="228600" indent="-228600" eaLnBrk="0" hangingPunct="0"/>
            <a:r>
              <a:rPr lang="en-US" sz="2000" b="1" dirty="0">
                <a:solidFill>
                  <a:srgbClr val="0000FF"/>
                </a:solidFill>
                <a:latin typeface="Courier New" pitchFamily="49" charset="0"/>
              </a:rPr>
              <a:t>&lt;</a:t>
            </a:r>
            <a:r>
              <a:rPr lang="en-US" sz="2000" b="1" dirty="0" err="1">
                <a:solidFill>
                  <a:srgbClr val="0000FF"/>
                </a:solidFill>
                <a:latin typeface="Courier New" pitchFamily="49" charset="0"/>
              </a:rPr>
              <a:t>tt</a:t>
            </a:r>
            <a:r>
              <a:rPr lang="en-US" sz="2000" b="1" dirty="0">
                <a:solidFill>
                  <a:srgbClr val="0000FF"/>
                </a:solidFill>
                <a:latin typeface="Courier New" pitchFamily="49" charset="0"/>
              </a:rPr>
              <a:t>&gt;</a:t>
            </a:r>
            <a:r>
              <a:rPr lang="uk-UA" sz="2000" b="1" dirty="0">
                <a:latin typeface="Courier New" pitchFamily="49" charset="0"/>
              </a:rPr>
              <a:t> - </a:t>
            </a:r>
            <a:r>
              <a:rPr lang="uk-UA" sz="2000" b="1" dirty="0" err="1">
                <a:latin typeface="Courier New" pitchFamily="49" charset="0"/>
              </a:rPr>
              <a:t>моноширинний</a:t>
            </a:r>
            <a:r>
              <a:rPr lang="en-US" sz="2000" b="1" dirty="0">
                <a:latin typeface="Courier New" pitchFamily="49" charset="0"/>
              </a:rPr>
              <a:t> </a:t>
            </a:r>
            <a:r>
              <a:rPr lang="en-US" sz="2000" b="1" dirty="0">
                <a:solidFill>
                  <a:srgbClr val="0070C0"/>
                </a:solidFill>
                <a:latin typeface="Courier New" pitchFamily="49" charset="0"/>
              </a:rPr>
              <a:t>&lt;/</a:t>
            </a:r>
            <a:r>
              <a:rPr lang="en-US" sz="2000" b="1" dirty="0" err="1">
                <a:solidFill>
                  <a:srgbClr val="0070C0"/>
                </a:solidFill>
                <a:latin typeface="Courier New" pitchFamily="49" charset="0"/>
              </a:rPr>
              <a:t>tt</a:t>
            </a:r>
            <a:r>
              <a:rPr lang="en-US" sz="2000" b="1" dirty="0">
                <a:solidFill>
                  <a:srgbClr val="0070C0"/>
                </a:solidFill>
                <a:latin typeface="Courier New" pitchFamily="49" charset="0"/>
              </a:rPr>
              <a:t>&gt;</a:t>
            </a:r>
          </a:p>
          <a:p>
            <a:pPr marL="228600" indent="-228600" eaLnBrk="0" hangingPunct="0"/>
            <a:r>
              <a:rPr lang="en-US" sz="2000" b="1" dirty="0">
                <a:solidFill>
                  <a:srgbClr val="0000FF"/>
                </a:solidFill>
                <a:latin typeface="Courier New" pitchFamily="49" charset="0"/>
              </a:rPr>
              <a:t>&lt;big&gt;</a:t>
            </a:r>
            <a:r>
              <a:rPr lang="uk-UA" sz="2000" b="1" dirty="0">
                <a:latin typeface="Courier New" pitchFamily="49" charset="0"/>
              </a:rPr>
              <a:t> - збільшити шрифт</a:t>
            </a:r>
            <a:r>
              <a:rPr lang="en-US" sz="2000" b="1" dirty="0">
                <a:latin typeface="Courier New" pitchFamily="49" charset="0"/>
              </a:rPr>
              <a:t> </a:t>
            </a:r>
            <a:r>
              <a:rPr lang="en-US" sz="2000" b="1" dirty="0">
                <a:solidFill>
                  <a:srgbClr val="0070C0"/>
                </a:solidFill>
                <a:latin typeface="Courier New" pitchFamily="49" charset="0"/>
              </a:rPr>
              <a:t>&lt;/big&gt;</a:t>
            </a:r>
          </a:p>
          <a:p>
            <a:pPr marL="228600" indent="-228600" eaLnBrk="0" hangingPunct="0"/>
            <a:r>
              <a:rPr lang="en-US" sz="2000" b="1" dirty="0">
                <a:solidFill>
                  <a:srgbClr val="0000FF"/>
                </a:solidFill>
                <a:latin typeface="Courier New" pitchFamily="49" charset="0"/>
              </a:rPr>
              <a:t>&lt;small&gt;</a:t>
            </a:r>
            <a:r>
              <a:rPr lang="uk-UA" sz="2000" b="1" dirty="0">
                <a:latin typeface="Courier New" pitchFamily="49" charset="0"/>
              </a:rPr>
              <a:t>- </a:t>
            </a:r>
            <a:r>
              <a:rPr lang="uk-UA" sz="2000" b="1" dirty="0" err="1">
                <a:latin typeface="Courier New" pitchFamily="49" charset="0"/>
              </a:rPr>
              <a:t>зменьшити</a:t>
            </a:r>
            <a:r>
              <a:rPr lang="uk-UA" sz="2000" b="1" dirty="0">
                <a:latin typeface="Courier New" pitchFamily="49" charset="0"/>
              </a:rPr>
              <a:t> шрифт</a:t>
            </a:r>
            <a:r>
              <a:rPr lang="en-US" sz="2000" b="1" dirty="0">
                <a:latin typeface="Courier New" pitchFamily="49" charset="0"/>
              </a:rPr>
              <a:t> </a:t>
            </a:r>
            <a:r>
              <a:rPr lang="en-US" sz="2000" b="1" dirty="0">
                <a:solidFill>
                  <a:srgbClr val="0070C0"/>
                </a:solidFill>
                <a:latin typeface="Courier New" pitchFamily="49" charset="0"/>
              </a:rPr>
              <a:t>&lt;/small&gt;</a:t>
            </a:r>
          </a:p>
          <a:p>
            <a:pPr marL="228600" indent="-228600" eaLnBrk="0" hangingPunct="0"/>
            <a:r>
              <a:rPr lang="en-US" sz="2000" b="1" dirty="0">
                <a:solidFill>
                  <a:srgbClr val="0000FF"/>
                </a:solidFill>
                <a:latin typeface="Courier New" pitchFamily="49" charset="0"/>
              </a:rPr>
              <a:t>&lt;sup&gt;</a:t>
            </a:r>
            <a:r>
              <a:rPr lang="uk-UA" sz="2000" b="1" dirty="0">
                <a:latin typeface="Courier New" pitchFamily="49" charset="0"/>
              </a:rPr>
              <a:t> - надіндекс</a:t>
            </a:r>
            <a:r>
              <a:rPr lang="en-US" sz="2000" b="1" dirty="0">
                <a:latin typeface="Courier New" pitchFamily="49" charset="0"/>
              </a:rPr>
              <a:t> </a:t>
            </a:r>
            <a:r>
              <a:rPr lang="en-US" sz="2000" b="1" dirty="0">
                <a:solidFill>
                  <a:srgbClr val="0070C0"/>
                </a:solidFill>
                <a:latin typeface="Courier New" pitchFamily="49" charset="0"/>
              </a:rPr>
              <a:t>&lt;/sup&gt;</a:t>
            </a:r>
          </a:p>
          <a:p>
            <a:pPr marL="228600" indent="-228600" eaLnBrk="0" hangingPunct="0"/>
            <a:r>
              <a:rPr lang="en-US" sz="2000" b="1" dirty="0">
                <a:solidFill>
                  <a:srgbClr val="0000FF"/>
                </a:solidFill>
                <a:latin typeface="Courier New" pitchFamily="49" charset="0"/>
              </a:rPr>
              <a:t>&lt;sub&gt;</a:t>
            </a:r>
            <a:r>
              <a:rPr lang="uk-UA" sz="2000" b="1" dirty="0">
                <a:latin typeface="Courier New" pitchFamily="49" charset="0"/>
              </a:rPr>
              <a:t> - підіндекс</a:t>
            </a:r>
            <a:r>
              <a:rPr lang="en-US" sz="2000" b="1" dirty="0">
                <a:latin typeface="Courier New" pitchFamily="49" charset="0"/>
              </a:rPr>
              <a:t> </a:t>
            </a:r>
            <a:r>
              <a:rPr lang="en-US" sz="2000" b="1" dirty="0">
                <a:solidFill>
                  <a:srgbClr val="0070C0"/>
                </a:solidFill>
                <a:latin typeface="Courier New" pitchFamily="49" charset="0"/>
              </a:rPr>
              <a:t>&lt;/sub&gt;</a:t>
            </a:r>
          </a:p>
        </p:txBody>
      </p:sp>
      <p:pic>
        <p:nvPicPr>
          <p:cNvPr id="162821" name="Picture 5" descr="format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16016" y="3985789"/>
            <a:ext cx="4297991" cy="2755580"/>
          </a:xfrm>
          <a:prstGeom prst="rect">
            <a:avLst/>
          </a:prstGeom>
          <a:ln>
            <a:noFill/>
          </a:ln>
          <a:effectLst>
            <a:softEdge rad="112500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49127308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866" name="Rectangle 2"/>
          <p:cNvSpPr>
            <a:spLocks noGrp="1" noChangeArrowheads="1"/>
          </p:cNvSpPr>
          <p:nvPr>
            <p:ph type="title"/>
          </p:nvPr>
        </p:nvSpPr>
        <p:spPr>
          <a:xfrm>
            <a:off x="2267744" y="129048"/>
            <a:ext cx="4392489" cy="369332"/>
          </a:xfrm>
          <a:noFill/>
          <a:ln w="19050">
            <a:solidFill>
              <a:srgbClr val="0070C0"/>
            </a:solidFill>
          </a:ln>
        </p:spPr>
        <p:txBody>
          <a:bodyPr vert="horz" wrap="square" rtlCol="0" anchor="ctr">
            <a:spAutoFit/>
            <a:scene3d>
              <a:camera prst="orthographicFront"/>
              <a:lightRig rig="soft" dir="t"/>
            </a:scene3d>
            <a:sp3d prstMaterial="softEdge">
              <a:bevelT w="25400" h="25400"/>
            </a:sp3d>
          </a:bodyPr>
          <a:lstStyle/>
          <a:p>
            <a:r>
              <a:rPr lang="ru-RU" sz="1800" dirty="0" err="1">
                <a:solidFill>
                  <a:srgbClr val="002060"/>
                </a:solidFill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Логічне</a:t>
            </a:r>
            <a:r>
              <a:rPr lang="ru-RU" sz="1800" dirty="0">
                <a:solidFill>
                  <a:srgbClr val="002060"/>
                </a:solidFill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 </a:t>
            </a:r>
            <a:r>
              <a:rPr lang="ru-RU" sz="1800" dirty="0" err="1">
                <a:solidFill>
                  <a:srgbClr val="002060"/>
                </a:solidFill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форматування</a:t>
            </a:r>
            <a:endParaRPr lang="ru-RU" sz="1800" dirty="0">
              <a:solidFill>
                <a:srgbClr val="002060"/>
              </a:solidFill>
              <a:latin typeface="Courier New" panose="02070309020205020404" pitchFamily="49" charset="0"/>
              <a:ea typeface="+mn-ea"/>
              <a:cs typeface="Courier New" panose="02070309020205020404" pitchFamily="49" charset="0"/>
            </a:endParaRPr>
          </a:p>
        </p:txBody>
      </p:sp>
      <p:sp>
        <p:nvSpPr>
          <p:cNvPr id="164867" name="Rectangle 3"/>
          <p:cNvSpPr>
            <a:spLocks noChangeArrowheads="1"/>
          </p:cNvSpPr>
          <p:nvPr/>
        </p:nvSpPr>
        <p:spPr bwMode="auto">
          <a:xfrm>
            <a:off x="179512" y="631726"/>
            <a:ext cx="8474075" cy="1573138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/>
          <a:lstStyle/>
          <a:p>
            <a:pPr marL="228600" indent="-228600" eaLnBrk="0" hangingPunct="0"/>
            <a:r>
              <a:rPr lang="en-US" b="1" dirty="0">
                <a:solidFill>
                  <a:srgbClr val="0000FF"/>
                </a:solidFill>
                <a:latin typeface="Courier New" pitchFamily="49" charset="0"/>
              </a:rPr>
              <a:t>&lt;</a:t>
            </a:r>
            <a:r>
              <a:rPr lang="en-US" b="1" dirty="0" err="1">
                <a:solidFill>
                  <a:srgbClr val="0000FF"/>
                </a:solidFill>
                <a:latin typeface="Courier New" pitchFamily="49" charset="0"/>
              </a:rPr>
              <a:t>em</a:t>
            </a:r>
            <a:r>
              <a:rPr lang="en-US" b="1" dirty="0">
                <a:solidFill>
                  <a:srgbClr val="0000FF"/>
                </a:solidFill>
                <a:latin typeface="Courier New" pitchFamily="49" charset="0"/>
              </a:rPr>
              <a:t>&gt;</a:t>
            </a:r>
            <a:r>
              <a:rPr lang="en-US" b="1" dirty="0">
                <a:latin typeface="Courier New" pitchFamily="49" charset="0"/>
              </a:rPr>
              <a:t> - </a:t>
            </a:r>
            <a:r>
              <a:rPr lang="uk-UA" dirty="0">
                <a:latin typeface="Courier New" pitchFamily="49" charset="0"/>
              </a:rPr>
              <a:t>виділення важливих фрагментів</a:t>
            </a:r>
            <a:r>
              <a:rPr lang="uk-UA" b="1" dirty="0">
                <a:latin typeface="Courier New" pitchFamily="49" charset="0"/>
              </a:rPr>
              <a:t> </a:t>
            </a:r>
            <a:r>
              <a:rPr lang="uk-UA" b="1" u="sng" dirty="0">
                <a:latin typeface="Courier New" pitchFamily="49" charset="0"/>
              </a:rPr>
              <a:t>курсивом</a:t>
            </a:r>
            <a:endParaRPr lang="en-US" b="1" u="sng" dirty="0">
              <a:latin typeface="Courier New" pitchFamily="49" charset="0"/>
            </a:endParaRPr>
          </a:p>
          <a:p>
            <a:pPr marL="228600" indent="-228600" eaLnBrk="0" hangingPunct="0"/>
            <a:r>
              <a:rPr lang="en-US" b="1" dirty="0">
                <a:solidFill>
                  <a:srgbClr val="0000FF"/>
                </a:solidFill>
                <a:latin typeface="Courier New" pitchFamily="49" charset="0"/>
              </a:rPr>
              <a:t>&lt;strong&gt;</a:t>
            </a:r>
            <a:r>
              <a:rPr lang="uk-UA" b="1" dirty="0">
                <a:latin typeface="Courier New" pitchFamily="49" charset="0"/>
              </a:rPr>
              <a:t> - </a:t>
            </a:r>
            <a:r>
              <a:rPr lang="uk-UA" dirty="0">
                <a:latin typeface="Courier New" pitchFamily="49" charset="0"/>
              </a:rPr>
              <a:t>виділення важливих фрагментів </a:t>
            </a:r>
            <a:r>
              <a:rPr lang="uk-UA" b="1" dirty="0">
                <a:latin typeface="Courier New" pitchFamily="49" charset="0"/>
              </a:rPr>
              <a:t>напівжирним</a:t>
            </a:r>
            <a:endParaRPr lang="en-US" b="1" u="sng" dirty="0">
              <a:latin typeface="Courier New" pitchFamily="49" charset="0"/>
            </a:endParaRPr>
          </a:p>
          <a:p>
            <a:pPr marL="228600" indent="-228600" eaLnBrk="0" hangingPunct="0"/>
            <a:r>
              <a:rPr lang="ru-RU" b="1" dirty="0">
                <a:solidFill>
                  <a:srgbClr val="0000FF"/>
                </a:solidFill>
                <a:latin typeface="Courier New" pitchFamily="49" charset="0"/>
              </a:rPr>
              <a:t>&lt;</a:t>
            </a:r>
            <a:r>
              <a:rPr lang="en-US" b="1" dirty="0">
                <a:solidFill>
                  <a:srgbClr val="0000FF"/>
                </a:solidFill>
                <a:latin typeface="Courier New" pitchFamily="49" charset="0"/>
              </a:rPr>
              <a:t>cite</a:t>
            </a:r>
            <a:r>
              <a:rPr lang="ru-RU" b="1" dirty="0">
                <a:solidFill>
                  <a:srgbClr val="0000FF"/>
                </a:solidFill>
                <a:latin typeface="Courier New" pitchFamily="49" charset="0"/>
              </a:rPr>
              <a:t>&gt;</a:t>
            </a:r>
            <a:r>
              <a:rPr lang="ru-RU" b="1" dirty="0">
                <a:latin typeface="Courier New" pitchFamily="49" charset="0"/>
              </a:rPr>
              <a:t> - </a:t>
            </a:r>
            <a:r>
              <a:rPr lang="uk-UA" dirty="0">
                <a:latin typeface="Courier New" pitchFamily="49" charset="0"/>
              </a:rPr>
              <a:t>виділення</a:t>
            </a:r>
            <a:r>
              <a:rPr lang="ru-RU" b="1" dirty="0">
                <a:latin typeface="Courier New" pitchFamily="49" charset="0"/>
              </a:rPr>
              <a:t> </a:t>
            </a:r>
            <a:r>
              <a:rPr lang="ru-RU" dirty="0">
                <a:latin typeface="Courier New" pitchFamily="49" charset="0"/>
              </a:rPr>
              <a:t>цитат</a:t>
            </a:r>
            <a:r>
              <a:rPr lang="ru-RU" b="1" dirty="0">
                <a:latin typeface="Courier New" pitchFamily="49" charset="0"/>
              </a:rPr>
              <a:t> </a:t>
            </a:r>
            <a:r>
              <a:rPr lang="ru-RU" b="1" u="sng" dirty="0">
                <a:latin typeface="Courier New" pitchFamily="49" charset="0"/>
              </a:rPr>
              <a:t>курсивом</a:t>
            </a:r>
            <a:endParaRPr lang="en-US" b="1" u="sng" dirty="0">
              <a:latin typeface="Courier New" pitchFamily="49" charset="0"/>
            </a:endParaRPr>
          </a:p>
          <a:p>
            <a:pPr marL="228600" indent="-228600" eaLnBrk="0" hangingPunct="0"/>
            <a:r>
              <a:rPr lang="ru-RU" b="1" dirty="0">
                <a:solidFill>
                  <a:srgbClr val="0000FF"/>
                </a:solidFill>
                <a:latin typeface="Courier New" pitchFamily="49" charset="0"/>
              </a:rPr>
              <a:t>&lt;</a:t>
            </a:r>
            <a:r>
              <a:rPr lang="en-US" b="1" dirty="0">
                <a:solidFill>
                  <a:srgbClr val="0000FF"/>
                </a:solidFill>
                <a:latin typeface="Courier New" pitchFamily="49" charset="0"/>
              </a:rPr>
              <a:t>code</a:t>
            </a:r>
            <a:r>
              <a:rPr lang="ru-RU" b="1" dirty="0">
                <a:solidFill>
                  <a:srgbClr val="0000FF"/>
                </a:solidFill>
                <a:latin typeface="Courier New" pitchFamily="49" charset="0"/>
              </a:rPr>
              <a:t>&gt;</a:t>
            </a:r>
            <a:r>
              <a:rPr lang="ru-RU" b="1" dirty="0">
                <a:latin typeface="Courier New" pitchFamily="49" charset="0"/>
              </a:rPr>
              <a:t> - </a:t>
            </a:r>
            <a:r>
              <a:rPr lang="ru-RU" dirty="0" err="1">
                <a:latin typeface="Courier New" pitchFamily="49" charset="0"/>
              </a:rPr>
              <a:t>відображення</a:t>
            </a:r>
            <a:r>
              <a:rPr lang="ru-RU" dirty="0">
                <a:latin typeface="Courier New" pitchFamily="49" charset="0"/>
              </a:rPr>
              <a:t> </a:t>
            </a:r>
            <a:r>
              <a:rPr lang="ru-RU" dirty="0" err="1">
                <a:latin typeface="Courier New" pitchFamily="49" charset="0"/>
              </a:rPr>
              <a:t>фрагментів</a:t>
            </a:r>
            <a:r>
              <a:rPr lang="ru-RU" dirty="0">
                <a:latin typeface="Courier New" pitchFamily="49" charset="0"/>
              </a:rPr>
              <a:t> </a:t>
            </a:r>
            <a:r>
              <a:rPr lang="ru-RU" dirty="0" err="1">
                <a:latin typeface="Courier New" pitchFamily="49" charset="0"/>
              </a:rPr>
              <a:t>програмного</a:t>
            </a:r>
            <a:r>
              <a:rPr lang="ru-RU" dirty="0">
                <a:latin typeface="Courier New" pitchFamily="49" charset="0"/>
              </a:rPr>
              <a:t> коду</a:t>
            </a:r>
          </a:p>
          <a:p>
            <a:pPr marL="228600" indent="-228600" eaLnBrk="0" hangingPunct="0"/>
            <a:r>
              <a:rPr lang="ru-RU" dirty="0">
                <a:latin typeface="Courier New" pitchFamily="49" charset="0"/>
              </a:rPr>
              <a:t>         </a:t>
            </a:r>
            <a:r>
              <a:rPr lang="ru-RU" b="1" dirty="0" err="1">
                <a:latin typeface="Courier New" pitchFamily="49" charset="0"/>
              </a:rPr>
              <a:t>моноширинним</a:t>
            </a:r>
            <a:r>
              <a:rPr lang="ru-RU" dirty="0">
                <a:latin typeface="Courier New" pitchFamily="49" charset="0"/>
              </a:rPr>
              <a:t> шрифтом</a:t>
            </a:r>
            <a:endParaRPr lang="en-US" dirty="0">
              <a:latin typeface="Courier New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9983684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866" name="Rectangle 2"/>
          <p:cNvSpPr>
            <a:spLocks noGrp="1" noChangeArrowheads="1"/>
          </p:cNvSpPr>
          <p:nvPr>
            <p:ph type="title"/>
          </p:nvPr>
        </p:nvSpPr>
        <p:spPr>
          <a:xfrm>
            <a:off x="2267744" y="129048"/>
            <a:ext cx="4392489" cy="369332"/>
          </a:xfrm>
          <a:noFill/>
          <a:ln w="19050">
            <a:solidFill>
              <a:srgbClr val="0070C0"/>
            </a:solidFill>
          </a:ln>
        </p:spPr>
        <p:txBody>
          <a:bodyPr vert="horz" wrap="square" rtlCol="0" anchor="ctr">
            <a:spAutoFit/>
            <a:scene3d>
              <a:camera prst="orthographicFront"/>
              <a:lightRig rig="soft" dir="t"/>
            </a:scene3d>
            <a:sp3d prstMaterial="softEdge">
              <a:bevelT w="25400" h="25400"/>
            </a:sp3d>
          </a:bodyPr>
          <a:lstStyle/>
          <a:p>
            <a:r>
              <a:rPr lang="en-US" sz="1800" dirty="0">
                <a:solidFill>
                  <a:srgbClr val="002060"/>
                </a:solidFill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Accessibility in web (intro)</a:t>
            </a:r>
            <a:endParaRPr lang="ru-RU" sz="1800" dirty="0">
              <a:solidFill>
                <a:srgbClr val="002060"/>
              </a:solidFill>
              <a:latin typeface="Courier New" panose="02070309020205020404" pitchFamily="49" charset="0"/>
              <a:ea typeface="+mn-ea"/>
              <a:cs typeface="Courier New" panose="02070309020205020404" pitchFamily="49" charset="0"/>
            </a:endParaRPr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C40D1466-FD86-4EFE-8EDC-03A40ADDBCE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5536" y="680500"/>
            <a:ext cx="8568952" cy="60346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0661399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Заголовок 2"/>
          <p:cNvSpPr>
            <a:spLocks noGrp="1"/>
          </p:cNvSpPr>
          <p:nvPr>
            <p:ph type="title"/>
          </p:nvPr>
        </p:nvSpPr>
        <p:spPr>
          <a:xfrm>
            <a:off x="1763688" y="116632"/>
            <a:ext cx="5350991" cy="369332"/>
          </a:xfrm>
          <a:noFill/>
          <a:ln w="19050">
            <a:solidFill>
              <a:srgbClr val="0070C0"/>
            </a:solidFill>
          </a:ln>
        </p:spPr>
        <p:txBody>
          <a:bodyPr vert="horz" wrap="square" rtlCol="0" anchor="ctr">
            <a:spAutoFit/>
            <a:scene3d>
              <a:camera prst="orthographicFront"/>
              <a:lightRig rig="soft" dir="t"/>
            </a:scene3d>
            <a:sp3d prstMaterial="softEdge">
              <a:bevelT w="25400" h="25400"/>
            </a:sp3d>
          </a:bodyPr>
          <a:lstStyle/>
          <a:p>
            <a:r>
              <a:rPr lang="uk-UA" sz="1800" dirty="0">
                <a:solidFill>
                  <a:srgbClr val="002060"/>
                </a:solidFill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Вигляд стандартної сторінки</a:t>
            </a:r>
            <a:endParaRPr lang="ru-RU" sz="1800" dirty="0">
              <a:solidFill>
                <a:srgbClr val="002060"/>
              </a:solidFill>
              <a:latin typeface="Courier New" panose="02070309020205020404" pitchFamily="49" charset="0"/>
              <a:ea typeface="+mn-ea"/>
              <a:cs typeface="Courier New" panose="02070309020205020404" pitchFamily="49" charset="0"/>
            </a:endParaRP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2DC54837-90F2-4BD4-A38E-FABF0096B4B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51919" y="548680"/>
            <a:ext cx="5276411" cy="4553127"/>
          </a:xfrm>
          <a:prstGeom prst="rect">
            <a:avLst/>
          </a:prstGeom>
        </p:spPr>
      </p:pic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BB693B82-B2CF-44B2-BC3E-D1EC828BD9D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670" y="1002730"/>
            <a:ext cx="3749018" cy="37944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690183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241719AC-A09E-49A2-8AE9-29399D6CD36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504" y="188640"/>
            <a:ext cx="8837394" cy="49233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4713742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107504" y="116632"/>
            <a:ext cx="8928992" cy="646331"/>
          </a:xfrm>
          <a:prstGeom prst="rect">
            <a:avLst/>
          </a:prstGeom>
          <a:solidFill>
            <a:srgbClr val="FF0000">
              <a:alpha val="3000"/>
            </a:srgbClr>
          </a:solidFill>
          <a:ln w="127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ru-RU" b="1" dirty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Семантика </a:t>
            </a:r>
            <a:r>
              <a:rPr lang="ru-RU" b="1" dirty="0">
                <a:latin typeface="Courier New" pitchFamily="49" charset="0"/>
                <a:cs typeface="Courier New" pitchFamily="49" charset="0"/>
              </a:rPr>
              <a:t>в HTML </a:t>
            </a:r>
            <a:r>
              <a:rPr lang="ru-RU" b="1" dirty="0" err="1">
                <a:latin typeface="Courier New" pitchFamily="49" charset="0"/>
                <a:cs typeface="Courier New" pitchFamily="49" charset="0"/>
              </a:rPr>
              <a:t>верстці</a:t>
            </a:r>
            <a:r>
              <a:rPr lang="ru-RU" b="1" dirty="0">
                <a:latin typeface="Courier New" pitchFamily="49" charset="0"/>
                <a:cs typeface="Courier New" pitchFamily="49" charset="0"/>
              </a:rPr>
              <a:t> - </a:t>
            </a:r>
            <a:r>
              <a:rPr lang="ru-RU" b="1" dirty="0" err="1">
                <a:latin typeface="Courier New" pitchFamily="49" charset="0"/>
                <a:cs typeface="Courier New" pitchFamily="49" charset="0"/>
              </a:rPr>
              <a:t>це</a:t>
            </a:r>
            <a:r>
              <a:rPr lang="ru-RU" b="1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ru-RU" b="1" dirty="0" err="1">
                <a:latin typeface="Courier New" pitchFamily="49" charset="0"/>
                <a:cs typeface="Courier New" pitchFamily="49" charset="0"/>
              </a:rPr>
              <a:t>відповідність</a:t>
            </a:r>
            <a:r>
              <a:rPr lang="ru-RU" b="1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ru-RU" b="1" dirty="0" err="1">
                <a:latin typeface="Courier New" pitchFamily="49" charset="0"/>
                <a:cs typeface="Courier New" pitchFamily="49" charset="0"/>
              </a:rPr>
              <a:t>тегів</a:t>
            </a:r>
            <a:r>
              <a:rPr lang="ru-RU" b="1" dirty="0">
                <a:latin typeface="Courier New" pitchFamily="49" charset="0"/>
                <a:cs typeface="Courier New" pitchFamily="49" charset="0"/>
              </a:rPr>
              <a:t> до </a:t>
            </a:r>
            <a:r>
              <a:rPr lang="ru-RU" b="1" dirty="0" err="1">
                <a:latin typeface="Courier New" pitchFamily="49" charset="0"/>
                <a:cs typeface="Courier New" pitchFamily="49" charset="0"/>
              </a:rPr>
              <a:t>інформації</a:t>
            </a:r>
            <a:r>
              <a:rPr lang="ru-RU" b="1" dirty="0">
                <a:latin typeface="Courier New" pitchFamily="49" charset="0"/>
                <a:cs typeface="Courier New" pitchFamily="49" charset="0"/>
              </a:rPr>
              <a:t>, </a:t>
            </a:r>
            <a:r>
              <a:rPr lang="ru-RU" b="1" dirty="0" err="1">
                <a:latin typeface="Courier New" pitchFamily="49" charset="0"/>
                <a:cs typeface="Courier New" pitchFamily="49" charset="0"/>
              </a:rPr>
              <a:t>що</a:t>
            </a:r>
            <a:r>
              <a:rPr lang="ru-RU" b="1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ru-RU" b="1" dirty="0" err="1">
                <a:latin typeface="Courier New" pitchFamily="49" charset="0"/>
                <a:cs typeface="Courier New" pitchFamily="49" charset="0"/>
              </a:rPr>
              <a:t>знаходиться</a:t>
            </a:r>
            <a:r>
              <a:rPr lang="ru-RU" b="1" dirty="0">
                <a:latin typeface="Courier New" pitchFamily="49" charset="0"/>
                <a:cs typeface="Courier New" pitchFamily="49" charset="0"/>
              </a:rPr>
              <a:t> в них. 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504" y="1052736"/>
            <a:ext cx="8928992" cy="923330"/>
          </a:xfrm>
          <a:prstGeom prst="rect">
            <a:avLst/>
          </a:prstGeom>
          <a:solidFill>
            <a:srgbClr val="00B050">
              <a:alpha val="8000"/>
            </a:srgbClr>
          </a:solidFill>
          <a:ln w="952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marL="342900" indent="-342900">
              <a:buAutoNum type="arabicPeriod"/>
            </a:pPr>
            <a:r>
              <a:rPr lang="ru-RU" b="1" dirty="0">
                <a:latin typeface="Courier New" pitchFamily="49" charset="0"/>
                <a:cs typeface="Courier New" pitchFamily="49" charset="0"/>
              </a:rPr>
              <a:t>Заголовки </a:t>
            </a:r>
            <a:r>
              <a:rPr lang="ru-RU" b="1" dirty="0" err="1">
                <a:latin typeface="Courier New" pitchFamily="49" charset="0"/>
                <a:cs typeface="Courier New" pitchFamily="49" charset="0"/>
              </a:rPr>
              <a:t>мають</a:t>
            </a:r>
            <a:r>
              <a:rPr lang="ru-RU" b="1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ru-RU" b="1" dirty="0" err="1">
                <a:latin typeface="Courier New" pitchFamily="49" charset="0"/>
                <a:cs typeface="Courier New" pitchFamily="49" charset="0"/>
              </a:rPr>
              <a:t>виділятися</a:t>
            </a:r>
            <a:r>
              <a:rPr lang="ru-RU" b="1" dirty="0">
                <a:latin typeface="Courier New" pitchFamily="49" charset="0"/>
                <a:cs typeface="Courier New" pitchFamily="49" charset="0"/>
              </a:rPr>
              <a:t> тегами </a:t>
            </a:r>
            <a:r>
              <a:rPr lang="ru-RU" b="1" dirty="0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&lt;h1&gt;, &lt;h2&gt;, &lt;h3&gt;</a:t>
            </a:r>
          </a:p>
          <a:p>
            <a:r>
              <a:rPr lang="ru-RU" b="1" dirty="0">
                <a:latin typeface="Courier New" pitchFamily="49" charset="0"/>
                <a:cs typeface="Courier New" pitchFamily="49" charset="0"/>
              </a:rPr>
              <a:t>  але в </a:t>
            </a:r>
            <a:r>
              <a:rPr lang="ru-RU" b="1" dirty="0" err="1">
                <a:latin typeface="Courier New" pitchFamily="49" charset="0"/>
                <a:cs typeface="Courier New" pitchFamily="49" charset="0"/>
              </a:rPr>
              <a:t>жодному</a:t>
            </a:r>
            <a:r>
              <a:rPr lang="ru-RU" b="1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ru-RU" b="1" dirty="0" err="1">
                <a:latin typeface="Courier New" pitchFamily="49" charset="0"/>
                <a:cs typeface="Courier New" pitchFamily="49" charset="0"/>
              </a:rPr>
              <a:t>разі</a:t>
            </a:r>
            <a:r>
              <a:rPr lang="ru-RU" b="1" dirty="0">
                <a:latin typeface="Courier New" pitchFamily="49" charset="0"/>
                <a:cs typeface="Courier New" pitchFamily="49" charset="0"/>
              </a:rPr>
              <a:t> для </a:t>
            </a:r>
            <a:r>
              <a:rPr lang="ru-RU" b="1" dirty="0" err="1">
                <a:latin typeface="Courier New" pitchFamily="49" charset="0"/>
                <a:cs typeface="Courier New" pitchFamily="49" charset="0"/>
              </a:rPr>
              <a:t>заголовків</a:t>
            </a:r>
            <a:r>
              <a:rPr lang="ru-RU" b="1" dirty="0">
                <a:latin typeface="Courier New" pitchFamily="49" charset="0"/>
                <a:cs typeface="Courier New" pitchFamily="49" charset="0"/>
              </a:rPr>
              <a:t> не </a:t>
            </a:r>
            <a:r>
              <a:rPr lang="ru-RU" b="1" dirty="0" err="1">
                <a:latin typeface="Courier New" pitchFamily="49" charset="0"/>
                <a:cs typeface="Courier New" pitchFamily="49" charset="0"/>
              </a:rPr>
              <a:t>використовувати</a:t>
            </a:r>
            <a:r>
              <a:rPr lang="ru-RU" b="1" dirty="0">
                <a:latin typeface="Courier New" pitchFamily="49" charset="0"/>
                <a:cs typeface="Courier New" pitchFamily="49" charset="0"/>
              </a:rPr>
              <a:t> теги</a:t>
            </a:r>
          </a:p>
          <a:p>
            <a:r>
              <a:rPr lang="ru-RU" b="1" dirty="0">
                <a:latin typeface="Courier New" pitchFamily="49" charset="0"/>
                <a:cs typeface="Courier New" pitchFamily="49" charset="0"/>
              </a:rPr>
              <a:t>  </a:t>
            </a:r>
            <a:r>
              <a:rPr lang="en-US" b="1" dirty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&lt;b&gt;</a:t>
            </a:r>
            <a:r>
              <a:rPr lang="ru-RU" b="1" dirty="0">
                <a:latin typeface="Courier New" pitchFamily="49" charset="0"/>
                <a:cs typeface="Courier New" pitchFamily="49" charset="0"/>
              </a:rPr>
              <a:t> и </a:t>
            </a:r>
            <a:r>
              <a:rPr lang="en-US" b="1" dirty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&lt;strong&gt;</a:t>
            </a:r>
            <a:endParaRPr lang="ru-RU" b="1" dirty="0">
              <a:solidFill>
                <a:srgbClr val="FF0000"/>
              </a:solidFill>
              <a:latin typeface="Courier New" pitchFamily="49" charset="0"/>
              <a:cs typeface="Courier New" pitchFamily="49" charset="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07504" y="2145630"/>
            <a:ext cx="8928992" cy="646331"/>
          </a:xfrm>
          <a:prstGeom prst="rect">
            <a:avLst/>
          </a:prstGeom>
          <a:solidFill>
            <a:srgbClr val="00B050">
              <a:alpha val="8000"/>
            </a:srgbClr>
          </a:solidFill>
          <a:ln w="952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ru-RU" b="1" dirty="0">
                <a:latin typeface="Courier New" pitchFamily="49" charset="0"/>
                <a:cs typeface="Courier New" pitchFamily="49" charset="0"/>
              </a:rPr>
              <a:t>2. Параграф блоку тексту </a:t>
            </a:r>
            <a:r>
              <a:rPr lang="ru-RU" b="1" dirty="0" err="1">
                <a:latin typeface="Courier New" pitchFamily="49" charset="0"/>
                <a:cs typeface="Courier New" pitchFamily="49" charset="0"/>
              </a:rPr>
              <a:t>створюється</a:t>
            </a:r>
            <a:r>
              <a:rPr lang="ru-RU" b="1" dirty="0">
                <a:latin typeface="Courier New" pitchFamily="49" charset="0"/>
                <a:cs typeface="Courier New" pitchFamily="49" charset="0"/>
              </a:rPr>
              <a:t> за </a:t>
            </a:r>
            <a:r>
              <a:rPr lang="ru-RU" b="1" dirty="0" err="1">
                <a:latin typeface="Courier New" pitchFamily="49" charset="0"/>
                <a:cs typeface="Courier New" pitchFamily="49" charset="0"/>
              </a:rPr>
              <a:t>допомогою</a:t>
            </a:r>
            <a:r>
              <a:rPr lang="ru-RU" b="1" dirty="0">
                <a:latin typeface="Courier New" pitchFamily="49" charset="0"/>
                <a:cs typeface="Courier New" pitchFamily="49" charset="0"/>
              </a:rPr>
              <a:t> тега </a:t>
            </a:r>
            <a:r>
              <a:rPr lang="ru-RU" b="1" dirty="0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&lt;p&gt;</a:t>
            </a:r>
            <a:r>
              <a:rPr lang="ru-RU" b="1" dirty="0">
                <a:latin typeface="Courier New" pitchFamily="49" charset="0"/>
                <a:cs typeface="Courier New" pitchFamily="49" charset="0"/>
              </a:rPr>
              <a:t>, але  </a:t>
            </a:r>
          </a:p>
          <a:p>
            <a:r>
              <a:rPr lang="ru-RU" b="1" dirty="0">
                <a:latin typeface="Courier New" pitchFamily="49" charset="0"/>
                <a:cs typeface="Courier New" pitchFamily="49" charset="0"/>
              </a:rPr>
              <a:t>   </a:t>
            </a:r>
            <a:r>
              <a:rPr lang="ru-RU" b="1" dirty="0" err="1">
                <a:latin typeface="Courier New" pitchFamily="49" charset="0"/>
                <a:cs typeface="Courier New" pitchFamily="49" charset="0"/>
              </a:rPr>
              <a:t>ніяк</a:t>
            </a:r>
            <a:r>
              <a:rPr lang="ru-RU" b="1" dirty="0">
                <a:latin typeface="Courier New" pitchFamily="49" charset="0"/>
                <a:cs typeface="Courier New" pitchFamily="49" charset="0"/>
              </a:rPr>
              <a:t> не за </a:t>
            </a:r>
            <a:r>
              <a:rPr lang="ru-RU" b="1" dirty="0" err="1">
                <a:latin typeface="Courier New" pitchFamily="49" charset="0"/>
                <a:cs typeface="Courier New" pitchFamily="49" charset="0"/>
              </a:rPr>
              <a:t>допомогою</a:t>
            </a:r>
            <a:r>
              <a:rPr lang="ru-RU" b="1" dirty="0">
                <a:latin typeface="Courier New" pitchFamily="49" charset="0"/>
                <a:cs typeface="Courier New" pitchFamily="49" charset="0"/>
              </a:rPr>
              <a:t> тега </a:t>
            </a:r>
            <a:r>
              <a:rPr lang="en-US" b="1" dirty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&lt;div&gt;</a:t>
            </a:r>
            <a:endParaRPr lang="ru-RU" b="1" dirty="0">
              <a:solidFill>
                <a:srgbClr val="FF0000"/>
              </a:solidFill>
              <a:latin typeface="Courier New" pitchFamily="49" charset="0"/>
              <a:cs typeface="Courier New" pitchFamily="49" charset="0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07504" y="2996952"/>
            <a:ext cx="8928992" cy="369332"/>
          </a:xfrm>
          <a:prstGeom prst="rect">
            <a:avLst/>
          </a:prstGeom>
          <a:solidFill>
            <a:srgbClr val="00B050">
              <a:alpha val="8000"/>
            </a:srgbClr>
          </a:solidFill>
          <a:ln w="952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b="1" dirty="0">
                <a:latin typeface="Courier New" pitchFamily="49" charset="0"/>
                <a:cs typeface="Courier New" pitchFamily="49" charset="0"/>
              </a:rPr>
              <a:t>3</a:t>
            </a:r>
            <a:r>
              <a:rPr lang="ru-RU" b="1" dirty="0">
                <a:latin typeface="Courier New" pitchFamily="49" charset="0"/>
                <a:cs typeface="Courier New" pitchFamily="49" charset="0"/>
              </a:rPr>
              <a:t>. Не повинно бути тексту поза тегами</a:t>
            </a:r>
            <a:endParaRPr lang="ru-RU" b="1" dirty="0">
              <a:solidFill>
                <a:srgbClr val="FF0000"/>
              </a:solidFill>
              <a:latin typeface="Courier New" pitchFamily="49" charset="0"/>
              <a:cs typeface="Courier New" pitchFamily="49" charset="0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107504" y="3645024"/>
            <a:ext cx="3024336" cy="1200329"/>
          </a:xfrm>
          <a:prstGeom prst="rect">
            <a:avLst/>
          </a:prstGeom>
          <a:solidFill>
            <a:srgbClr val="FFC000">
              <a:alpha val="7000"/>
            </a:srgbClr>
          </a:solidFill>
          <a:ln w="952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ru-RU" b="1" dirty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Неправильно !!!!</a:t>
            </a:r>
          </a:p>
          <a:p>
            <a:r>
              <a:rPr lang="ru-RU" b="1" dirty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	</a:t>
            </a:r>
          </a:p>
          <a:p>
            <a:r>
              <a:rPr lang="ru-RU" b="1" dirty="0">
                <a:latin typeface="Courier New" pitchFamily="49" charset="0"/>
                <a:cs typeface="Courier New" pitchFamily="49" charset="0"/>
              </a:rPr>
              <a:t>Мама мила раму</a:t>
            </a:r>
          </a:p>
          <a:p>
            <a:r>
              <a:rPr lang="ru-RU" b="1" dirty="0" err="1">
                <a:latin typeface="Courier New" pitchFamily="49" charset="0"/>
                <a:cs typeface="Courier New" pitchFamily="49" charset="0"/>
              </a:rPr>
              <a:t>Тато</a:t>
            </a:r>
            <a:r>
              <a:rPr lang="ru-RU" b="1" dirty="0">
                <a:latin typeface="Courier New" pitchFamily="49" charset="0"/>
                <a:cs typeface="Courier New" pitchFamily="49" charset="0"/>
              </a:rPr>
              <a:t> курив </a:t>
            </a:r>
            <a:r>
              <a:rPr lang="ru-RU" b="1" dirty="0" err="1">
                <a:latin typeface="Courier New" pitchFamily="49" charset="0"/>
                <a:cs typeface="Courier New" pitchFamily="49" charset="0"/>
              </a:rPr>
              <a:t>Пріму</a:t>
            </a:r>
            <a:endParaRPr lang="ru-RU" b="1" dirty="0">
              <a:latin typeface="Courier New" pitchFamily="49" charset="0"/>
              <a:cs typeface="Courier New" pitchFamily="49" charset="0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3851920" y="3645024"/>
            <a:ext cx="4032448" cy="1200329"/>
          </a:xfrm>
          <a:prstGeom prst="rect">
            <a:avLst/>
          </a:prstGeom>
          <a:solidFill>
            <a:srgbClr val="92D050">
              <a:alpha val="7000"/>
            </a:srgbClr>
          </a:solidFill>
          <a:ln w="952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ru-RU" b="1" dirty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Правильно </a:t>
            </a:r>
          </a:p>
          <a:p>
            <a:r>
              <a:rPr lang="ru-RU" b="1" dirty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	</a:t>
            </a:r>
          </a:p>
          <a:p>
            <a:r>
              <a:rPr lang="en-US" b="1" dirty="0">
                <a:latin typeface="Courier New" pitchFamily="49" charset="0"/>
                <a:cs typeface="Courier New" pitchFamily="49" charset="0"/>
              </a:rPr>
              <a:t>&lt;p&gt;</a:t>
            </a:r>
            <a:r>
              <a:rPr lang="ru-RU" b="1" dirty="0">
                <a:latin typeface="Courier New" pitchFamily="49" charset="0"/>
                <a:cs typeface="Courier New" pitchFamily="49" charset="0"/>
              </a:rPr>
              <a:t>Мама мила раму</a:t>
            </a:r>
            <a:r>
              <a:rPr lang="en-US" b="1" dirty="0">
                <a:latin typeface="Courier New" pitchFamily="49" charset="0"/>
                <a:cs typeface="Courier New" pitchFamily="49" charset="0"/>
              </a:rPr>
              <a:t>&lt;/p&gt;</a:t>
            </a:r>
            <a:endParaRPr lang="ru-RU" b="1" dirty="0">
              <a:latin typeface="Courier New" pitchFamily="49" charset="0"/>
              <a:cs typeface="Courier New" pitchFamily="49" charset="0"/>
            </a:endParaRPr>
          </a:p>
          <a:p>
            <a:r>
              <a:rPr lang="en-US" b="1" dirty="0">
                <a:latin typeface="Courier New" pitchFamily="49" charset="0"/>
                <a:cs typeface="Courier New" pitchFamily="49" charset="0"/>
              </a:rPr>
              <a:t>&lt;p&gt;</a:t>
            </a:r>
            <a:r>
              <a:rPr lang="ru-RU" b="1" dirty="0" err="1">
                <a:latin typeface="Courier New" pitchFamily="49" charset="0"/>
                <a:cs typeface="Courier New" pitchFamily="49" charset="0"/>
              </a:rPr>
              <a:t>Тато</a:t>
            </a:r>
            <a:r>
              <a:rPr lang="ru-RU" b="1" dirty="0">
                <a:latin typeface="Courier New" pitchFamily="49" charset="0"/>
                <a:cs typeface="Courier New" pitchFamily="49" charset="0"/>
              </a:rPr>
              <a:t> курив Мальборо</a:t>
            </a:r>
            <a:r>
              <a:rPr lang="en-US" b="1" dirty="0">
                <a:latin typeface="Courier New" pitchFamily="49" charset="0"/>
                <a:cs typeface="Courier New" pitchFamily="49" charset="0"/>
              </a:rPr>
              <a:t>&lt;/p&gt;</a:t>
            </a:r>
            <a:endParaRPr lang="ru-RU" b="1" dirty="0">
              <a:latin typeface="Courier New" pitchFamily="49" charset="0"/>
              <a:cs typeface="Courier New" pitchFamily="49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7F01E1EB-6EAA-6FB1-4F19-E66846EC8446}"/>
              </a:ext>
            </a:extLst>
          </p:cNvPr>
          <p:cNvSpPr txBox="1"/>
          <p:nvPr/>
        </p:nvSpPr>
        <p:spPr>
          <a:xfrm>
            <a:off x="107504" y="5313982"/>
            <a:ext cx="8928992" cy="923330"/>
          </a:xfrm>
          <a:prstGeom prst="rect">
            <a:avLst/>
          </a:prstGeom>
          <a:solidFill>
            <a:srgbClr val="00B050">
              <a:alpha val="8000"/>
            </a:srgbClr>
          </a:solidFill>
          <a:ln w="952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ru-RU" b="1" dirty="0">
                <a:latin typeface="Courier New" pitchFamily="49" charset="0"/>
                <a:cs typeface="Courier New" pitchFamily="49" charset="0"/>
              </a:rPr>
              <a:t>4. </a:t>
            </a:r>
            <a:r>
              <a:rPr lang="ru-RU" b="1" dirty="0" err="1">
                <a:latin typeface="Courier New" pitchFamily="49" charset="0"/>
                <a:cs typeface="Courier New" pitchFamily="49" charset="0"/>
              </a:rPr>
              <a:t>Дотримуватись</a:t>
            </a:r>
            <a:r>
              <a:rPr lang="ru-RU" b="1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ru-RU" b="1" dirty="0" err="1">
                <a:latin typeface="Courier New" pitchFamily="49" charset="0"/>
                <a:cs typeface="Courier New" pitchFamily="49" charset="0"/>
              </a:rPr>
              <a:t>ієрархії</a:t>
            </a:r>
            <a:r>
              <a:rPr lang="ru-RU" b="1" dirty="0">
                <a:latin typeface="Courier New" pitchFamily="49" charset="0"/>
                <a:cs typeface="Courier New" pitchFamily="49" charset="0"/>
              </a:rPr>
              <a:t> та </a:t>
            </a:r>
            <a:r>
              <a:rPr lang="ru-RU" b="1" dirty="0" err="1">
                <a:latin typeface="Courier New" pitchFamily="49" charset="0"/>
                <a:cs typeface="Courier New" pitchFamily="49" charset="0"/>
              </a:rPr>
              <a:t>логіки</a:t>
            </a:r>
            <a:r>
              <a:rPr lang="ru-RU" b="1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ru-RU" b="1" dirty="0" err="1">
                <a:latin typeface="Courier New" pitchFamily="49" charset="0"/>
                <a:cs typeface="Courier New" pitchFamily="49" charset="0"/>
              </a:rPr>
              <a:t>документа.Більш</a:t>
            </a:r>
            <a:r>
              <a:rPr lang="ru-RU" b="1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ru-RU" b="1" dirty="0" err="1">
                <a:latin typeface="Courier New" pitchFamily="49" charset="0"/>
                <a:cs typeface="Courier New" pitchFamily="49" charset="0"/>
              </a:rPr>
              <a:t>важливі</a:t>
            </a:r>
            <a:r>
              <a:rPr lang="ru-RU" b="1" dirty="0">
                <a:latin typeface="Courier New" pitchFamily="49" charset="0"/>
                <a:cs typeface="Courier New" pitchFamily="49" charset="0"/>
              </a:rPr>
              <a:t> </a:t>
            </a:r>
          </a:p>
          <a:p>
            <a:r>
              <a:rPr lang="ru-RU" b="1" dirty="0">
                <a:latin typeface="Courier New" pitchFamily="49" charset="0"/>
                <a:cs typeface="Courier New" pitchFamily="49" charset="0"/>
              </a:rPr>
              <a:t>   </a:t>
            </a:r>
            <a:r>
              <a:rPr lang="ru-RU" b="1" dirty="0" err="1">
                <a:latin typeface="Courier New" pitchFamily="49" charset="0"/>
                <a:cs typeface="Courier New" pitchFamily="49" charset="0"/>
              </a:rPr>
              <a:t>елементи</a:t>
            </a:r>
            <a:r>
              <a:rPr lang="ru-RU" b="1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ru-RU" b="1" dirty="0" err="1">
                <a:latin typeface="Courier New" pitchFamily="49" charset="0"/>
                <a:cs typeface="Courier New" pitchFamily="49" charset="0"/>
              </a:rPr>
              <a:t>сторінки</a:t>
            </a:r>
            <a:r>
              <a:rPr lang="ru-RU" b="1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ru-RU" b="1" dirty="0" err="1">
                <a:latin typeface="Courier New" pitchFamily="49" charset="0"/>
                <a:cs typeface="Courier New" pitchFamily="49" charset="0"/>
              </a:rPr>
              <a:t>повинні</a:t>
            </a:r>
            <a:r>
              <a:rPr lang="ru-RU" b="1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ru-RU" b="1" dirty="0" err="1">
                <a:latin typeface="Courier New" pitchFamily="49" charset="0"/>
                <a:cs typeface="Courier New" pitchFamily="49" charset="0"/>
              </a:rPr>
              <a:t>стояти</a:t>
            </a:r>
            <a:r>
              <a:rPr lang="ru-RU" b="1" dirty="0">
                <a:latin typeface="Courier New" pitchFamily="49" charset="0"/>
                <a:cs typeface="Courier New" pitchFamily="49" charset="0"/>
              </a:rPr>
              <a:t> на початку </a:t>
            </a:r>
            <a:r>
              <a:rPr lang="en-US" b="1" dirty="0">
                <a:latin typeface="Courier New" pitchFamily="49" charset="0"/>
                <a:cs typeface="Courier New" pitchFamily="49" charset="0"/>
              </a:rPr>
              <a:t>HTML</a:t>
            </a:r>
            <a:r>
              <a:rPr lang="ru-RU" b="1" dirty="0">
                <a:latin typeface="Courier New" pitchFamily="49" charset="0"/>
                <a:cs typeface="Courier New" pitchFamily="49" charset="0"/>
              </a:rPr>
              <a:t> коду,</a:t>
            </a:r>
          </a:p>
          <a:p>
            <a:r>
              <a:rPr lang="ru-RU" b="1" dirty="0">
                <a:latin typeface="Courier New" pitchFamily="49" charset="0"/>
                <a:cs typeface="Courier New" pitchFamily="49" charset="0"/>
              </a:rPr>
              <a:t>   </a:t>
            </a:r>
            <a:r>
              <a:rPr lang="ru-RU" b="1" dirty="0" err="1">
                <a:latin typeface="Courier New" pitchFamily="49" charset="0"/>
                <a:cs typeface="Courier New" pitchFamily="49" charset="0"/>
              </a:rPr>
              <a:t>менш</a:t>
            </a:r>
            <a:r>
              <a:rPr lang="ru-RU" b="1" dirty="0">
                <a:latin typeface="Courier New" pitchFamily="49" charset="0"/>
                <a:cs typeface="Courier New" pitchFamily="49" charset="0"/>
              </a:rPr>
              <a:t> - </a:t>
            </a:r>
            <a:r>
              <a:rPr lang="ru-RU" b="1" dirty="0" err="1">
                <a:latin typeface="Courier New" pitchFamily="49" charset="0"/>
                <a:cs typeface="Courier New" pitchFamily="49" charset="0"/>
              </a:rPr>
              <a:t>наприкінці</a:t>
            </a:r>
            <a:endParaRPr lang="ru-RU" b="1" dirty="0">
              <a:latin typeface="Courier New" pitchFamily="49" charset="0"/>
              <a:cs typeface="Courier New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4201650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158579" y="188640"/>
            <a:ext cx="8928992" cy="369332"/>
          </a:xfrm>
          <a:prstGeom prst="rect">
            <a:avLst/>
          </a:prstGeom>
          <a:solidFill>
            <a:srgbClr val="00B050">
              <a:alpha val="8000"/>
            </a:srgbClr>
          </a:solidFill>
          <a:ln w="952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ru-RU" b="1" dirty="0">
                <a:latin typeface="Courier New" pitchFamily="49" charset="0"/>
                <a:cs typeface="Courier New" pitchFamily="49" charset="0"/>
              </a:rPr>
              <a:t>5. </a:t>
            </a:r>
            <a:r>
              <a:rPr lang="ru-RU" b="1" dirty="0" err="1">
                <a:latin typeface="Courier New" pitchFamily="49" charset="0"/>
                <a:cs typeface="Courier New" pitchFamily="49" charset="0"/>
              </a:rPr>
              <a:t>Дотримуватися</a:t>
            </a:r>
            <a:r>
              <a:rPr lang="ru-RU" b="1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ru-RU" b="1" dirty="0" err="1">
                <a:latin typeface="Courier New" pitchFamily="49" charset="0"/>
                <a:cs typeface="Courier New" pitchFamily="49" charset="0"/>
              </a:rPr>
              <a:t>ієрархії</a:t>
            </a:r>
            <a:r>
              <a:rPr lang="ru-RU" b="1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ru-RU" b="1" dirty="0" err="1">
                <a:latin typeface="Courier New" pitchFamily="49" charset="0"/>
                <a:cs typeface="Courier New" pitchFamily="49" charset="0"/>
              </a:rPr>
              <a:t>заголовків</a:t>
            </a:r>
            <a:r>
              <a:rPr lang="ru-RU" b="1" dirty="0">
                <a:latin typeface="Courier New" pitchFamily="49" charset="0"/>
                <a:cs typeface="Courier New" pitchFamily="49" charset="0"/>
              </a:rPr>
              <a:t> та тексту</a:t>
            </a:r>
          </a:p>
        </p:txBody>
      </p:sp>
      <p:pic>
        <p:nvPicPr>
          <p:cNvPr id="2" name="Рисунок 1"/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5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5772" y="836712"/>
            <a:ext cx="8471405" cy="51125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8395022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Рисунок 10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27984" y="3861048"/>
            <a:ext cx="4515785" cy="2421508"/>
          </a:xfrm>
          <a:prstGeom prst="rect">
            <a:avLst/>
          </a:prstGeom>
        </p:spPr>
      </p:pic>
      <p:pic>
        <p:nvPicPr>
          <p:cNvPr id="2" name="Рисунок 1"/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harpenSoften amount="5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8335" y="548680"/>
            <a:ext cx="4364311" cy="5904656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30460" y="908720"/>
            <a:ext cx="459613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1.Explore California trail Guide</a:t>
            </a:r>
            <a:endParaRPr lang="ru-RU" b="1" dirty="0"/>
          </a:p>
        </p:txBody>
      </p:sp>
      <p:sp>
        <p:nvSpPr>
          <p:cNvPr id="4" name="TextBox 3"/>
          <p:cNvSpPr txBox="1"/>
          <p:nvPr/>
        </p:nvSpPr>
        <p:spPr>
          <a:xfrm>
            <a:off x="107504" y="1844824"/>
            <a:ext cx="211468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1.Ojail Trails</a:t>
            </a:r>
            <a:endParaRPr lang="ru-RU" b="1" dirty="0"/>
          </a:p>
        </p:txBody>
      </p:sp>
      <p:sp>
        <p:nvSpPr>
          <p:cNvPr id="5" name="TextBox 4"/>
          <p:cNvSpPr txBox="1"/>
          <p:nvPr/>
        </p:nvSpPr>
        <p:spPr>
          <a:xfrm>
            <a:off x="107504" y="2204864"/>
            <a:ext cx="252825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1.Northringe Loop</a:t>
            </a:r>
            <a:endParaRPr lang="ru-RU" b="1" dirty="0"/>
          </a:p>
        </p:txBody>
      </p:sp>
      <p:sp>
        <p:nvSpPr>
          <p:cNvPr id="6" name="TextBox 5"/>
          <p:cNvSpPr txBox="1"/>
          <p:nvPr/>
        </p:nvSpPr>
        <p:spPr>
          <a:xfrm>
            <a:off x="107504" y="3356992"/>
            <a:ext cx="197682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2.Scill Level</a:t>
            </a:r>
            <a:endParaRPr lang="ru-RU" b="1" dirty="0"/>
          </a:p>
        </p:txBody>
      </p:sp>
      <p:sp>
        <p:nvSpPr>
          <p:cNvPr id="7" name="TextBox 6"/>
          <p:cNvSpPr txBox="1"/>
          <p:nvPr/>
        </p:nvSpPr>
        <p:spPr>
          <a:xfrm>
            <a:off x="132706" y="5373216"/>
            <a:ext cx="156324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3.Surfarce</a:t>
            </a:r>
            <a:endParaRPr lang="ru-RU" b="1" dirty="0"/>
          </a:p>
        </p:txBody>
      </p:sp>
      <p:sp>
        <p:nvSpPr>
          <p:cNvPr id="8" name="TextBox 7"/>
          <p:cNvSpPr txBox="1"/>
          <p:nvPr/>
        </p:nvSpPr>
        <p:spPr>
          <a:xfrm>
            <a:off x="2555776" y="1678181"/>
            <a:ext cx="183896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2.Trial News</a:t>
            </a:r>
            <a:endParaRPr lang="ru-RU" b="1" dirty="0"/>
          </a:p>
        </p:txBody>
      </p:sp>
      <p:sp>
        <p:nvSpPr>
          <p:cNvPr id="9" name="TextBox 8"/>
          <p:cNvSpPr txBox="1"/>
          <p:nvPr/>
        </p:nvSpPr>
        <p:spPr>
          <a:xfrm>
            <a:off x="2627784" y="2843644"/>
            <a:ext cx="266611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1. </a:t>
            </a:r>
            <a:r>
              <a:rPr lang="en-US" b="1" dirty="0" err="1"/>
              <a:t>Promotial</a:t>
            </a:r>
            <a:r>
              <a:rPr lang="en-US" b="1" dirty="0"/>
              <a:t> Video</a:t>
            </a:r>
            <a:endParaRPr lang="ru-RU" b="1" dirty="0"/>
          </a:p>
        </p:txBody>
      </p:sp>
      <p:sp>
        <p:nvSpPr>
          <p:cNvPr id="10" name="TextBox 9"/>
          <p:cNvSpPr txBox="1"/>
          <p:nvPr/>
        </p:nvSpPr>
        <p:spPr>
          <a:xfrm>
            <a:off x="2555776" y="3789040"/>
            <a:ext cx="23903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2. Rider Reviews</a:t>
            </a:r>
            <a:endParaRPr lang="ru-RU" b="1" dirty="0"/>
          </a:p>
        </p:txBody>
      </p:sp>
    </p:spTree>
    <p:extLst>
      <p:ext uri="{BB962C8B-B14F-4D97-AF65-F5344CB8AC3E}">
        <p14:creationId xmlns:p14="http://schemas.microsoft.com/office/powerpoint/2010/main" val="143240319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42" presetClass="path" presetSubtype="0" accel="50000" decel="50000" fill="hold" grpId="1" nodeType="withEffect">
                                  <p:stCondLst>
                                    <p:cond delay="100"/>
                                  </p:stCondLst>
                                  <p:childTnLst>
                                    <p:animMotion origin="layout" path="M -3.88889E-6 7.40741E-7 L 0.49757 -0.06875 " pathEditMode="relative" rAng="0" ptsTypes="AA">
                                      <p:cBhvr>
                                        <p:cTn id="11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24878" y="-3449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600"/>
                            </p:stCondLst>
                            <p:childTnLst>
                              <p:par>
                                <p:cTn id="13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42" presetClass="path" presetSubtype="0" accel="50000" decel="50000" fill="hold" grpId="1" nodeType="withEffect">
                                  <p:stCondLst>
                                    <p:cond delay="100"/>
                                  </p:stCondLst>
                                  <p:childTnLst>
                                    <p:animMotion origin="layout" path="M 3.61111E-6 -3.33333E-6 L 0.57673 -0.14236 " pathEditMode="relative" rAng="0" ptsTypes="AA">
                                      <p:cBhvr>
                                        <p:cTn id="19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28837" y="-713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1200"/>
                            </p:stCondLst>
                            <p:childTnLst>
                              <p:par>
                                <p:cTn id="21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42" presetClass="path" presetSubtype="0" accel="50000" decel="50000" fill="hold" grpId="1" nodeType="withEffect">
                                  <p:stCondLst>
                                    <p:cond delay="100"/>
                                  </p:stCondLst>
                                  <p:childTnLst>
                                    <p:animMotion origin="layout" path="M 2.77556E-17 3.7037E-7 L 0.62569 -0.14236 " pathEditMode="relative" rAng="0" ptsTypes="AA">
                                      <p:cBhvr>
                                        <p:cTn id="2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31285" y="-713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1800"/>
                            </p:stCondLst>
                            <p:childTnLst>
                              <p:par>
                                <p:cTn id="29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42" presetClass="path" presetSubtype="0" accel="50000" decel="50000" fill="hold" grpId="1" nodeType="withEffect">
                                  <p:stCondLst>
                                    <p:cond delay="100"/>
                                  </p:stCondLst>
                                  <p:childTnLst>
                                    <p:animMotion origin="layout" path="M -1.66667E-6 4.81481E-6 L 0.62431 -0.25788 " pathEditMode="relative" rAng="0" ptsTypes="AA">
                                      <p:cBhvr>
                                        <p:cTn id="35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31215" y="-12894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2400"/>
                            </p:stCondLst>
                            <p:childTnLst>
                              <p:par>
                                <p:cTn id="37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9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42" presetClass="path" presetSubtype="0" accel="50000" decel="50000" fill="hold" grpId="1" nodeType="withEffect">
                                  <p:stCondLst>
                                    <p:cond delay="100"/>
                                  </p:stCondLst>
                                  <p:childTnLst>
                                    <p:animMotion origin="layout" path="M 0 3.33333E-6 L 0.62049 -0.49931 " pathEditMode="relative" rAng="0" ptsTypes="AA">
                                      <p:cBhvr>
                                        <p:cTn id="43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31024" y="-24977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3000"/>
                            </p:stCondLst>
                            <p:childTnLst>
                              <p:par>
                                <p:cTn id="45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42" presetClass="path" presetSubtype="0" accel="50000" decel="50000" fill="hold" grpId="1" nodeType="withEffect">
                                  <p:stCondLst>
                                    <p:cond delay="100"/>
                                  </p:stCondLst>
                                  <p:childTnLst>
                                    <p:animMotion origin="layout" path="M -5.55556E-7 2.22222E-6 L 0.30833 0.10254 " pathEditMode="relative" rAng="0" ptsTypes="AA">
                                      <p:cBhvr>
                                        <p:cTn id="51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5417" y="5116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>
                            <p:stCondLst>
                              <p:cond delay="3600"/>
                            </p:stCondLst>
                            <p:childTnLst>
                              <p:par>
                                <p:cTn id="53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5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42" presetClass="path" presetSubtype="0" accel="50000" decel="50000" fill="hold" grpId="1" nodeType="withEffect">
                                  <p:stCondLst>
                                    <p:cond delay="100"/>
                                  </p:stCondLst>
                                  <p:childTnLst>
                                    <p:animMotion origin="layout" path="M 2.77778E-7 4.81481E-6 L 0.35035 -0.01505 " pathEditMode="relative" rAng="0" ptsTypes="AA">
                                      <p:cBhvr>
                                        <p:cTn id="59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7517" y="-764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0" fill="hold">
                            <p:stCondLst>
                              <p:cond delay="4200"/>
                            </p:stCondLst>
                            <p:childTnLst>
                              <p:par>
                                <p:cTn id="61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3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4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5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6" presetID="42" presetClass="path" presetSubtype="0" accel="50000" decel="50000" fill="hold" grpId="1" nodeType="withEffect">
                                  <p:stCondLst>
                                    <p:cond delay="100"/>
                                  </p:stCondLst>
                                  <p:childTnLst>
                                    <p:animMotion origin="layout" path="M -3.05556E-6 1.85185E-6 L 0.35747 -0.10046 " pathEditMode="relative" rAng="0" ptsTypes="AA">
                                      <p:cBhvr>
                                        <p:cTn id="67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7865" y="-5023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2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3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4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3" grpId="1"/>
      <p:bldP spid="4" grpId="0"/>
      <p:bldP spid="4" grpId="1"/>
      <p:bldP spid="5" grpId="0"/>
      <p:bldP spid="5" grpId="1"/>
      <p:bldP spid="6" grpId="0"/>
      <p:bldP spid="6" grpId="1"/>
      <p:bldP spid="7" grpId="0"/>
      <p:bldP spid="7" grpId="1"/>
      <p:bldP spid="8" grpId="0"/>
      <p:bldP spid="8" grpId="1"/>
      <p:bldP spid="9" grpId="0"/>
      <p:bldP spid="9" grpId="1"/>
      <p:bldP spid="10" grpId="0"/>
      <p:bldP spid="10" grpId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Box 11"/>
          <p:cNvSpPr txBox="1"/>
          <p:nvPr/>
        </p:nvSpPr>
        <p:spPr>
          <a:xfrm>
            <a:off x="3933600" y="44624"/>
            <a:ext cx="1512168" cy="369332"/>
          </a:xfrm>
          <a:prstGeom prst="rect">
            <a:avLst/>
          </a:prstGeom>
          <a:noFill/>
          <a:ln w="952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ru-RU" b="1" dirty="0">
                <a:latin typeface="Courier New" pitchFamily="49" charset="0"/>
                <a:cs typeface="Courier New" pitchFamily="49" charset="0"/>
              </a:rPr>
              <a:t>Семантика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504" y="548680"/>
            <a:ext cx="8902660" cy="2308324"/>
          </a:xfrm>
          <a:prstGeom prst="rect">
            <a:avLst/>
          </a:prstGeom>
          <a:noFill/>
          <a:ln w="952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ru-RU" b="1" dirty="0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Семантика</a:t>
            </a:r>
            <a:r>
              <a:rPr lang="ru-RU" b="1" dirty="0">
                <a:latin typeface="Courier New" pitchFamily="49" charset="0"/>
                <a:cs typeface="Courier New" pitchFamily="49" charset="0"/>
              </a:rPr>
              <a:t>  - </a:t>
            </a:r>
            <a:r>
              <a:rPr lang="ru-RU" b="1" dirty="0" err="1">
                <a:latin typeface="Courier New" pitchFamily="49" charset="0"/>
                <a:cs typeface="Courier New" pitchFamily="49" charset="0"/>
              </a:rPr>
              <a:t>це</a:t>
            </a:r>
            <a:r>
              <a:rPr lang="ru-RU" b="1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ru-RU" b="1" dirty="0" err="1">
                <a:latin typeface="Courier New" pitchFamily="49" charset="0"/>
                <a:cs typeface="Courier New" pitchFamily="49" charset="0"/>
              </a:rPr>
              <a:t>спосіб</a:t>
            </a:r>
            <a:r>
              <a:rPr lang="ru-RU" b="1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ru-RU" b="1" dirty="0" err="1">
                <a:latin typeface="Courier New" pitchFamily="49" charset="0"/>
                <a:cs typeface="Courier New" pitchFamily="49" charset="0"/>
              </a:rPr>
              <a:t>додати</a:t>
            </a:r>
            <a:r>
              <a:rPr lang="ru-RU" b="1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ru-RU" b="1" dirty="0" err="1">
                <a:latin typeface="Courier New" pitchFamily="49" charset="0"/>
                <a:cs typeface="Courier New" pitchFamily="49" charset="0"/>
              </a:rPr>
              <a:t>зміст</a:t>
            </a:r>
            <a:r>
              <a:rPr lang="ru-RU" b="1" dirty="0">
                <a:latin typeface="Courier New" pitchFamily="49" charset="0"/>
                <a:cs typeface="Courier New" pitchFamily="49" charset="0"/>
              </a:rPr>
              <a:t> контенту за </a:t>
            </a:r>
            <a:r>
              <a:rPr lang="ru-RU" b="1" dirty="0" err="1">
                <a:latin typeface="Courier New" pitchFamily="49" charset="0"/>
                <a:cs typeface="Courier New" pitchFamily="49" charset="0"/>
              </a:rPr>
              <a:t>допомогою</a:t>
            </a:r>
            <a:r>
              <a:rPr lang="ru-RU" b="1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en-US" b="1" dirty="0">
                <a:latin typeface="Courier New" pitchFamily="49" charset="0"/>
                <a:cs typeface="Courier New" pitchFamily="49" charset="0"/>
              </a:rPr>
              <a:t>HTML </a:t>
            </a:r>
            <a:r>
              <a:rPr lang="ru-RU" b="1" dirty="0" err="1">
                <a:latin typeface="Courier New" pitchFamily="49" charset="0"/>
                <a:cs typeface="Courier New" pitchFamily="49" charset="0"/>
              </a:rPr>
              <a:t>елементів</a:t>
            </a:r>
            <a:r>
              <a:rPr lang="ru-RU" b="1" dirty="0">
                <a:latin typeface="Courier New" pitchFamily="49" charset="0"/>
                <a:cs typeface="Courier New" pitchFamily="49" charset="0"/>
              </a:rPr>
              <a:t>.</a:t>
            </a:r>
          </a:p>
          <a:p>
            <a:endParaRPr lang="ru-RU" b="1" dirty="0">
              <a:latin typeface="Courier New" pitchFamily="49" charset="0"/>
              <a:cs typeface="Courier New" pitchFamily="49" charset="0"/>
            </a:endParaRPr>
          </a:p>
          <a:p>
            <a:r>
              <a:rPr lang="en-US" b="1" dirty="0">
                <a:latin typeface="Courier New" pitchFamily="49" charset="0"/>
                <a:cs typeface="Courier New" pitchFamily="49" charset="0"/>
              </a:rPr>
              <a:t>Web-</a:t>
            </a:r>
            <a:r>
              <a:rPr lang="ru-RU" b="1" dirty="0">
                <a:latin typeface="Courier New" pitchFamily="49" charset="0"/>
                <a:cs typeface="Courier New" pitchFamily="49" charset="0"/>
              </a:rPr>
              <a:t>семантика </a:t>
            </a:r>
            <a:r>
              <a:rPr lang="ru-RU" b="1" dirty="0" err="1">
                <a:latin typeface="Courier New" pitchFamily="49" charset="0"/>
                <a:cs typeface="Courier New" pitchFamily="49" charset="0"/>
              </a:rPr>
              <a:t>дозволяє</a:t>
            </a:r>
            <a:r>
              <a:rPr lang="ru-RU" b="1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ru-RU" b="1" dirty="0" err="1">
                <a:latin typeface="Courier New" pitchFamily="49" charset="0"/>
                <a:cs typeface="Courier New" pitchFamily="49" charset="0"/>
              </a:rPr>
              <a:t>контролювати</a:t>
            </a:r>
            <a:r>
              <a:rPr lang="ru-RU" b="1" dirty="0">
                <a:latin typeface="Courier New" pitchFamily="49" charset="0"/>
                <a:cs typeface="Courier New" pitchFamily="49" charset="0"/>
              </a:rPr>
              <a:t> те, як </a:t>
            </a:r>
            <a:r>
              <a:rPr lang="ru-RU" b="1" dirty="0" err="1">
                <a:latin typeface="Courier New" pitchFamily="49" charset="0"/>
                <a:cs typeface="Courier New" pitchFamily="49" charset="0"/>
              </a:rPr>
              <a:t>організований</a:t>
            </a:r>
            <a:r>
              <a:rPr lang="ru-RU" b="1" dirty="0">
                <a:latin typeface="Courier New" pitchFamily="49" charset="0"/>
                <a:cs typeface="Courier New" pitchFamily="49" charset="0"/>
              </a:rPr>
              <a:t> і як </a:t>
            </a:r>
            <a:r>
              <a:rPr lang="ru-RU" b="1" dirty="0" err="1">
                <a:latin typeface="Courier New" pitchFamily="49" charset="0"/>
                <a:cs typeface="Courier New" pitchFamily="49" charset="0"/>
              </a:rPr>
              <a:t>виглядає</a:t>
            </a:r>
            <a:r>
              <a:rPr lang="ru-RU" b="1" dirty="0">
                <a:latin typeface="Courier New" pitchFamily="49" charset="0"/>
                <a:cs typeface="Courier New" pitchFamily="49" charset="0"/>
              </a:rPr>
              <a:t> наш контент.</a:t>
            </a:r>
          </a:p>
          <a:p>
            <a:endParaRPr lang="ru-RU" b="1" dirty="0">
              <a:latin typeface="Courier New" pitchFamily="49" charset="0"/>
              <a:cs typeface="Courier New" pitchFamily="49" charset="0"/>
            </a:endParaRPr>
          </a:p>
          <a:p>
            <a:r>
              <a:rPr lang="ru-RU" b="1" dirty="0" err="1">
                <a:latin typeface="Courier New" pitchFamily="49" charset="0"/>
                <a:cs typeface="Courier New" pitchFamily="49" charset="0"/>
              </a:rPr>
              <a:t>Якщо</a:t>
            </a:r>
            <a:r>
              <a:rPr lang="ru-RU" b="1" dirty="0">
                <a:latin typeface="Courier New" pitchFamily="49" charset="0"/>
                <a:cs typeface="Courier New" pitchFamily="49" charset="0"/>
              </a:rPr>
              <a:t> контент </a:t>
            </a:r>
            <a:r>
              <a:rPr lang="ru-RU" b="1" dirty="0" err="1">
                <a:latin typeface="Courier New" pitchFamily="49" charset="0"/>
                <a:cs typeface="Courier New" pitchFamily="49" charset="0"/>
              </a:rPr>
              <a:t>позначений</a:t>
            </a:r>
            <a:r>
              <a:rPr lang="ru-RU" b="1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ru-RU" b="1" dirty="0" err="1">
                <a:latin typeface="Courier New" pitchFamily="49" charset="0"/>
                <a:cs typeface="Courier New" pitchFamily="49" charset="0"/>
              </a:rPr>
              <a:t>семантично</a:t>
            </a:r>
            <a:r>
              <a:rPr lang="ru-RU" b="1" dirty="0">
                <a:latin typeface="Courier New" pitchFamily="49" charset="0"/>
                <a:cs typeface="Courier New" pitchFamily="49" charset="0"/>
              </a:rPr>
              <a:t>, то </a:t>
            </a:r>
            <a:r>
              <a:rPr lang="ru-RU" b="1" dirty="0" err="1">
                <a:latin typeface="Courier New" pitchFamily="49" charset="0"/>
                <a:cs typeface="Courier New" pitchFamily="49" charset="0"/>
              </a:rPr>
              <a:t>його</a:t>
            </a:r>
            <a:r>
              <a:rPr lang="ru-RU" b="1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ru-RU" b="1" dirty="0" err="1">
                <a:latin typeface="Courier New" pitchFamily="49" charset="0"/>
                <a:cs typeface="Courier New" pitchFamily="49" charset="0"/>
              </a:rPr>
              <a:t>простіше</a:t>
            </a:r>
            <a:r>
              <a:rPr lang="ru-RU" b="1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ru-RU" b="1" dirty="0" err="1">
                <a:latin typeface="Courier New" pitchFamily="49" charset="0"/>
                <a:cs typeface="Courier New" pitchFamily="49" charset="0"/>
              </a:rPr>
              <a:t>індексувати</a:t>
            </a:r>
            <a:r>
              <a:rPr lang="ru-RU" b="1" dirty="0">
                <a:latin typeface="Courier New" pitchFamily="49" charset="0"/>
                <a:cs typeface="Courier New" pitchFamily="49" charset="0"/>
              </a:rPr>
              <a:t> і </a:t>
            </a:r>
            <a:r>
              <a:rPr lang="ru-RU" b="1" dirty="0" err="1">
                <a:latin typeface="Courier New" pitchFamily="49" charset="0"/>
                <a:cs typeface="Courier New" pitchFamily="49" charset="0"/>
              </a:rPr>
              <a:t>знайти</a:t>
            </a:r>
            <a:r>
              <a:rPr lang="ru-RU" b="1" dirty="0">
                <a:latin typeface="Courier New" pitchFamily="49" charset="0"/>
                <a:cs typeface="Courier New" pitchFamily="49" charset="0"/>
              </a:rPr>
              <a:t>, </a:t>
            </a:r>
            <a:r>
              <a:rPr lang="ru-RU" b="1" dirty="0" err="1">
                <a:latin typeface="Courier New" pitchFamily="49" charset="0"/>
                <a:cs typeface="Courier New" pitchFamily="49" charset="0"/>
              </a:rPr>
              <a:t>тобто</a:t>
            </a:r>
            <a:r>
              <a:rPr lang="ru-RU" b="1" dirty="0">
                <a:latin typeface="Courier New" pitchFamily="49" charset="0"/>
                <a:cs typeface="Courier New" pitchFamily="49" charset="0"/>
              </a:rPr>
              <a:t> контент </a:t>
            </a:r>
            <a:r>
              <a:rPr lang="ru-RU" b="1" dirty="0" err="1">
                <a:latin typeface="Courier New" pitchFamily="49" charset="0"/>
                <a:cs typeface="Courier New" pitchFamily="49" charset="0"/>
              </a:rPr>
              <a:t>стає</a:t>
            </a:r>
            <a:r>
              <a:rPr lang="ru-RU" b="1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ru-RU" b="1" dirty="0" err="1">
                <a:latin typeface="Courier New" pitchFamily="49" charset="0"/>
                <a:cs typeface="Courier New" pitchFamily="49" charset="0"/>
              </a:rPr>
              <a:t>більш</a:t>
            </a:r>
            <a:r>
              <a:rPr lang="ru-RU" b="1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ru-RU" b="1" dirty="0" err="1">
                <a:latin typeface="Courier New" pitchFamily="49" charset="0"/>
                <a:cs typeface="Courier New" pitchFamily="49" charset="0"/>
              </a:rPr>
              <a:t>релевантним</a:t>
            </a:r>
            <a:r>
              <a:rPr lang="ru-RU" b="1" dirty="0">
                <a:latin typeface="Courier New" pitchFamily="49" charset="0"/>
                <a:cs typeface="Courier New" pitchFamily="49" charset="0"/>
              </a:rPr>
              <a:t>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504" y="3212976"/>
            <a:ext cx="8902660" cy="1477328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&lt;p&gt;</a:t>
            </a:r>
            <a:endParaRPr lang="ru-RU" b="1" dirty="0">
              <a:solidFill>
                <a:srgbClr val="C00000"/>
              </a:solidFill>
              <a:latin typeface="Courier New" pitchFamily="49" charset="0"/>
              <a:cs typeface="Courier New" pitchFamily="49" charset="0"/>
            </a:endParaRPr>
          </a:p>
          <a:p>
            <a:r>
              <a:rPr lang="ru-RU" b="1" dirty="0" err="1">
                <a:latin typeface="Courier New" pitchFamily="49" charset="0"/>
                <a:cs typeface="Courier New" pitchFamily="49" charset="0"/>
              </a:rPr>
              <a:t>Капітан</a:t>
            </a:r>
            <a:r>
              <a:rPr lang="ru-RU" b="1" dirty="0">
                <a:latin typeface="Courier New" pitchFamily="49" charset="0"/>
                <a:cs typeface="Courier New" pitchFamily="49" charset="0"/>
              </a:rPr>
              <a:t>, </a:t>
            </a:r>
            <a:r>
              <a:rPr lang="ru-RU" b="1" dirty="0" err="1">
                <a:latin typeface="Courier New" pitchFamily="49" charset="0"/>
                <a:cs typeface="Courier New" pitchFamily="49" charset="0"/>
              </a:rPr>
              <a:t>який</a:t>
            </a:r>
            <a:r>
              <a:rPr lang="ru-RU" b="1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ru-RU" b="1" dirty="0" err="1">
                <a:latin typeface="Courier New" pitchFamily="49" charset="0"/>
                <a:cs typeface="Courier New" pitchFamily="49" charset="0"/>
              </a:rPr>
              <a:t>бажає</a:t>
            </a:r>
            <a:r>
              <a:rPr lang="ru-RU" b="1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ru-RU" b="1" dirty="0" err="1">
                <a:latin typeface="Courier New" pitchFamily="49" charset="0"/>
                <a:cs typeface="Courier New" pitchFamily="49" charset="0"/>
              </a:rPr>
              <a:t>уникнути</a:t>
            </a:r>
            <a:r>
              <a:rPr lang="ru-RU" b="1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ru-RU" b="1" dirty="0" err="1">
                <a:latin typeface="Courier New" pitchFamily="49" charset="0"/>
                <a:cs typeface="Courier New" pitchFamily="49" charset="0"/>
              </a:rPr>
              <a:t>підводного</a:t>
            </a:r>
            <a:r>
              <a:rPr lang="ru-RU" b="1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ru-RU" b="1" dirty="0" err="1">
                <a:latin typeface="Courier New" pitchFamily="49" charset="0"/>
                <a:cs typeface="Courier New" pitchFamily="49" charset="0"/>
              </a:rPr>
              <a:t>каміння</a:t>
            </a:r>
            <a:r>
              <a:rPr lang="ru-RU" b="1" dirty="0">
                <a:latin typeface="Courier New" pitchFamily="49" charset="0"/>
                <a:cs typeface="Courier New" pitchFamily="49" charset="0"/>
              </a:rPr>
              <a:t>, повинен знати, де вони </a:t>
            </a:r>
            <a:r>
              <a:rPr lang="ru-RU" b="1" dirty="0" err="1">
                <a:latin typeface="Courier New" pitchFamily="49" charset="0"/>
                <a:cs typeface="Courier New" pitchFamily="49" charset="0"/>
              </a:rPr>
              <a:t>знаходяться</a:t>
            </a:r>
            <a:endParaRPr lang="ru-RU" b="1" dirty="0">
              <a:latin typeface="Courier New" pitchFamily="49" charset="0"/>
              <a:cs typeface="Courier New" pitchFamily="49" charset="0"/>
            </a:endParaRPr>
          </a:p>
          <a:p>
            <a:r>
              <a:rPr lang="en-US" b="1" dirty="0">
                <a:latin typeface="Courier New" pitchFamily="49" charset="0"/>
                <a:cs typeface="Courier New" pitchFamily="49" charset="0"/>
              </a:rPr>
              <a:t>                                       </a:t>
            </a:r>
            <a:r>
              <a:rPr lang="ru-RU" b="1" dirty="0">
                <a:latin typeface="Courier New" pitchFamily="49" charset="0"/>
                <a:cs typeface="Courier New" pitchFamily="49" charset="0"/>
              </a:rPr>
              <a:t>— Джордж Вашингтон</a:t>
            </a:r>
          </a:p>
          <a:p>
            <a:r>
              <a:rPr lang="en-US" b="1" dirty="0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&lt;/p&gt;</a:t>
            </a:r>
            <a:endParaRPr lang="en-US" b="1" dirty="0">
              <a:latin typeface="Courier New" pitchFamily="49" charset="0"/>
              <a:cs typeface="Courier New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460474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Таблица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50534800"/>
              </p:ext>
            </p:extLst>
          </p:nvPr>
        </p:nvGraphicFramePr>
        <p:xfrm>
          <a:off x="179512" y="836712"/>
          <a:ext cx="8712968" cy="3749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32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68096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ru-RU" b="1" dirty="0" err="1">
                          <a:solidFill>
                            <a:srgbClr val="00206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Семантичні</a:t>
                      </a:r>
                      <a:endParaRPr lang="ru-RU" b="1" dirty="0">
                        <a:solidFill>
                          <a:srgbClr val="002060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  <a:p>
                      <a:r>
                        <a:rPr lang="ru-RU" b="1" dirty="0" err="1">
                          <a:solidFill>
                            <a:srgbClr val="00206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структурні</a:t>
                      </a:r>
                      <a:endParaRPr lang="ru-RU" b="1" dirty="0">
                        <a:solidFill>
                          <a:srgbClr val="002060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  <a:p>
                      <a:r>
                        <a:rPr lang="ru-RU" b="1" dirty="0" err="1">
                          <a:solidFill>
                            <a:srgbClr val="00206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елементи</a:t>
                      </a:r>
                      <a:endParaRPr lang="ru-RU" b="1" dirty="0">
                        <a:solidFill>
                          <a:srgbClr val="002060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>
                        <a:alpha val="12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&lt;article&gt;, &lt;aside&gt;, &lt;</a:t>
                      </a:r>
                      <a:r>
                        <a:rPr lang="en-US" b="1" dirty="0" err="1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figcaption</a:t>
                      </a:r>
                      <a:r>
                        <a:rPr lang="en-US" b="1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&gt;, &lt;figure&gt;, &lt;footer&gt;, &lt;header&gt;, &lt;</a:t>
                      </a:r>
                      <a:r>
                        <a:rPr lang="en-US" b="1" dirty="0" err="1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nav</a:t>
                      </a:r>
                      <a:r>
                        <a:rPr lang="en-US" b="1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&gt;, &lt;section&gt;</a:t>
                      </a:r>
                    </a:p>
                    <a:p>
                      <a:r>
                        <a:rPr lang="en-US" b="1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&lt;details&gt;, &lt;summary&gt;</a:t>
                      </a:r>
                      <a:endParaRPr lang="ru-RU" b="1" dirty="0">
                        <a:solidFill>
                          <a:schemeClr val="tx1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>
                        <a:alpha val="12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b="1" dirty="0" err="1">
                          <a:solidFill>
                            <a:srgbClr val="00206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Семантичні</a:t>
                      </a:r>
                      <a:endParaRPr lang="ru-RU" b="1" dirty="0">
                        <a:solidFill>
                          <a:srgbClr val="002060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b="1" dirty="0" err="1">
                          <a:solidFill>
                            <a:srgbClr val="00206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малі</a:t>
                      </a:r>
                      <a:endParaRPr lang="ru-RU" b="1" dirty="0">
                        <a:solidFill>
                          <a:srgbClr val="002060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b="1" dirty="0" err="1">
                          <a:solidFill>
                            <a:srgbClr val="00206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елементи</a:t>
                      </a:r>
                      <a:endParaRPr lang="ru-RU" b="1" dirty="0">
                        <a:solidFill>
                          <a:srgbClr val="002060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&lt;mark&gt;, &lt;time&gt;</a:t>
                      </a:r>
                      <a:r>
                        <a:rPr lang="ru-RU" b="1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</a:t>
                      </a:r>
                      <a:r>
                        <a:rPr lang="en-US" b="1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&lt;</a:t>
                      </a:r>
                      <a:r>
                        <a:rPr lang="en-US" b="1" dirty="0" err="1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wbr</a:t>
                      </a:r>
                      <a:r>
                        <a:rPr lang="en-US" b="1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&gt;</a:t>
                      </a:r>
                      <a:endParaRPr lang="ru-RU" b="1" dirty="0">
                        <a:solidFill>
                          <a:schemeClr val="tx1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b="1" dirty="0" err="1">
                          <a:solidFill>
                            <a:srgbClr val="00206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Елементи</a:t>
                      </a:r>
                      <a:r>
                        <a:rPr lang="ru-RU" b="1" dirty="0">
                          <a:solidFill>
                            <a:srgbClr val="00206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форм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&lt;</a:t>
                      </a:r>
                      <a:r>
                        <a:rPr lang="en-US" b="1" dirty="0" err="1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datalist</a:t>
                      </a:r>
                      <a:r>
                        <a:rPr lang="en-US" b="1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&gt;, &lt;</a:t>
                      </a:r>
                      <a:r>
                        <a:rPr lang="en-US" b="1" dirty="0" err="1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keygen</a:t>
                      </a:r>
                      <a:r>
                        <a:rPr lang="en-US" b="1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&gt;, &lt;meter&gt;, &lt;progress&gt;,  </a:t>
                      </a:r>
                    </a:p>
                    <a:p>
                      <a:r>
                        <a:rPr lang="en-US" b="1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&lt;command&gt;, &lt;menu&gt;, &lt;output&gt;</a:t>
                      </a:r>
                      <a:endParaRPr lang="ru-RU" b="1" dirty="0">
                        <a:solidFill>
                          <a:schemeClr val="tx1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b="1" dirty="0" err="1">
                          <a:solidFill>
                            <a:srgbClr val="00206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Елементи</a:t>
                      </a:r>
                      <a:r>
                        <a:rPr lang="ru-RU" b="1" dirty="0">
                          <a:solidFill>
                            <a:srgbClr val="00206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</a:t>
                      </a:r>
                      <a:r>
                        <a:rPr lang="ru-RU" b="1" dirty="0" err="1">
                          <a:solidFill>
                            <a:srgbClr val="00206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відео</a:t>
                      </a:r>
                      <a:r>
                        <a:rPr lang="ru-RU" b="1" dirty="0">
                          <a:solidFill>
                            <a:srgbClr val="00206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, </a:t>
                      </a:r>
                      <a:r>
                        <a:rPr lang="ru-RU" b="1" dirty="0" err="1">
                          <a:solidFill>
                            <a:srgbClr val="00206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аудіо</a:t>
                      </a:r>
                      <a:endParaRPr lang="ru-RU" b="1" dirty="0">
                        <a:solidFill>
                          <a:srgbClr val="002060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&lt;audio&gt;, &lt;video&gt;, &lt;source&gt;&lt;embed&gt;&lt;</a:t>
                      </a:r>
                      <a:r>
                        <a:rPr lang="en-US" b="1" dirty="0" err="1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svg</a:t>
                      </a:r>
                      <a:r>
                        <a:rPr lang="en-US" b="1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&gt;&lt;math&gt;</a:t>
                      </a:r>
                      <a:endParaRPr lang="ru-RU" b="1" dirty="0">
                        <a:solidFill>
                          <a:schemeClr val="tx1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b="1" dirty="0" err="1">
                          <a:solidFill>
                            <a:srgbClr val="00206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Елемент</a:t>
                      </a:r>
                      <a:r>
                        <a:rPr lang="ru-RU" b="1" dirty="0">
                          <a:solidFill>
                            <a:srgbClr val="00206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для</a:t>
                      </a:r>
                    </a:p>
                    <a:p>
                      <a:r>
                        <a:rPr lang="ru-RU" b="1" dirty="0" err="1">
                          <a:solidFill>
                            <a:srgbClr val="00206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малювання</a:t>
                      </a:r>
                      <a:endParaRPr lang="ru-RU" b="1" dirty="0">
                        <a:solidFill>
                          <a:srgbClr val="002060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&lt;canvas&gt;</a:t>
                      </a:r>
                      <a:endParaRPr lang="ru-RU" b="1" dirty="0">
                        <a:solidFill>
                          <a:schemeClr val="tx1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539552" y="116632"/>
            <a:ext cx="8136904" cy="369332"/>
          </a:xfrm>
          <a:prstGeom prst="rect">
            <a:avLst/>
          </a:prstGeom>
          <a:solidFill>
            <a:schemeClr val="bg2">
              <a:alpha val="28000"/>
            </a:schemeClr>
          </a:solidFill>
          <a:ln w="19050">
            <a:solidFill>
              <a:schemeClr val="accent2">
                <a:lumMod val="50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ru-RU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Основні</a:t>
            </a:r>
            <a:r>
              <a:rPr lang="ru-RU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ru-RU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нові</a:t>
            </a:r>
            <a:r>
              <a:rPr lang="ru-RU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ru-RU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елементи</a:t>
            </a:r>
            <a:r>
              <a:rPr lang="ru-RU" b="1" dirty="0"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ru-RU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додані</a:t>
            </a:r>
            <a:r>
              <a:rPr lang="ru-RU" b="1" dirty="0">
                <a:latin typeface="Courier New" panose="02070309020205020404" pitchFamily="49" charset="0"/>
                <a:cs typeface="Courier New" panose="02070309020205020404" pitchFamily="49" charset="0"/>
              </a:rPr>
              <a:t> в HTML 5</a:t>
            </a:r>
          </a:p>
        </p:txBody>
      </p:sp>
    </p:spTree>
    <p:extLst>
      <p:ext uri="{BB962C8B-B14F-4D97-AF65-F5344CB8AC3E}">
        <p14:creationId xmlns:p14="http://schemas.microsoft.com/office/powerpoint/2010/main" val="146443337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139008" y="90498"/>
            <a:ext cx="8969496" cy="369332"/>
          </a:xfrm>
          <a:prstGeom prst="rect">
            <a:avLst/>
          </a:prstGeom>
          <a:noFill/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ru-RU" b="1" dirty="0" err="1">
                <a:latin typeface="Courier New" pitchFamily="49" charset="0"/>
                <a:cs typeface="Courier New" pitchFamily="49" charset="0"/>
              </a:rPr>
              <a:t>Навіщо</a:t>
            </a:r>
            <a:r>
              <a:rPr lang="ru-RU" b="1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ru-RU" b="1" dirty="0" err="1">
                <a:latin typeface="Courier New" pitchFamily="49" charset="0"/>
                <a:cs typeface="Courier New" pitchFamily="49" charset="0"/>
              </a:rPr>
              <a:t>потрібні</a:t>
            </a:r>
            <a:r>
              <a:rPr lang="ru-RU" b="1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ru-RU" b="1" dirty="0" err="1">
                <a:latin typeface="Courier New" pitchFamily="49" charset="0"/>
                <a:cs typeface="Courier New" pitchFamily="49" charset="0"/>
              </a:rPr>
              <a:t>були</a:t>
            </a:r>
            <a:r>
              <a:rPr lang="ru-RU" b="1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ru-RU" b="1" dirty="0" err="1">
                <a:latin typeface="Courier New" pitchFamily="49" charset="0"/>
                <a:cs typeface="Courier New" pitchFamily="49" charset="0"/>
              </a:rPr>
              <a:t>нові</a:t>
            </a:r>
            <a:r>
              <a:rPr lang="ru-RU" b="1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ru-RU" b="1" dirty="0" err="1">
                <a:latin typeface="Courier New" pitchFamily="49" charset="0"/>
                <a:cs typeface="Courier New" pitchFamily="49" charset="0"/>
              </a:rPr>
              <a:t>елементи</a:t>
            </a:r>
            <a:r>
              <a:rPr lang="ru-RU" b="1" dirty="0">
                <a:latin typeface="Courier New" pitchFamily="49" charset="0"/>
                <a:cs typeface="Courier New" pitchFamily="49" charset="0"/>
              </a:rPr>
              <a:t> в HTML ? </a:t>
            </a:r>
            <a:endParaRPr lang="ru-RU" b="1" i="1" dirty="0">
              <a:solidFill>
                <a:srgbClr val="002060"/>
              </a:solidFill>
              <a:latin typeface="Courier New" pitchFamily="49" charset="0"/>
              <a:cs typeface="Courier New" pitchFamily="49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39008" y="548680"/>
            <a:ext cx="8969496" cy="923330"/>
          </a:xfrm>
          <a:prstGeom prst="rect">
            <a:avLst/>
          </a:prstGeom>
          <a:noFill/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b="1" i="1" dirty="0">
                <a:solidFill>
                  <a:srgbClr val="002060"/>
                </a:solidFill>
                <a:latin typeface="Courier New" pitchFamily="49" charset="0"/>
                <a:cs typeface="Courier New" pitchFamily="49" charset="0"/>
              </a:rPr>
              <a:t>&lt;div class="</a:t>
            </a:r>
            <a:r>
              <a:rPr lang="en-US" b="1" i="1" dirty="0" err="1">
                <a:solidFill>
                  <a:srgbClr val="002060"/>
                </a:solidFill>
                <a:latin typeface="Courier New" pitchFamily="49" charset="0"/>
                <a:cs typeface="Courier New" pitchFamily="49" charset="0"/>
              </a:rPr>
              <a:t>nav</a:t>
            </a:r>
            <a:r>
              <a:rPr lang="en-US" b="1" i="1" dirty="0">
                <a:solidFill>
                  <a:srgbClr val="002060"/>
                </a:solidFill>
                <a:latin typeface="Courier New" pitchFamily="49" charset="0"/>
                <a:cs typeface="Courier New" pitchFamily="49" charset="0"/>
              </a:rPr>
              <a:t>"&gt;</a:t>
            </a:r>
          </a:p>
          <a:p>
            <a:r>
              <a:rPr lang="en-US" b="1" i="1" dirty="0">
                <a:solidFill>
                  <a:srgbClr val="002060"/>
                </a:solidFill>
                <a:latin typeface="Courier New" pitchFamily="49" charset="0"/>
                <a:cs typeface="Courier New" pitchFamily="49" charset="0"/>
              </a:rPr>
              <a:t>	...</a:t>
            </a:r>
          </a:p>
          <a:p>
            <a:r>
              <a:rPr lang="en-US" b="1" i="1" dirty="0">
                <a:solidFill>
                  <a:srgbClr val="002060"/>
                </a:solidFill>
                <a:latin typeface="Courier New" pitchFamily="49" charset="0"/>
                <a:cs typeface="Courier New" pitchFamily="49" charset="0"/>
              </a:rPr>
              <a:t>&lt;/div&gt;</a:t>
            </a:r>
            <a:endParaRPr lang="ru-RU" b="1" i="1" dirty="0">
              <a:solidFill>
                <a:srgbClr val="002060"/>
              </a:solidFill>
              <a:latin typeface="Courier New" pitchFamily="49" charset="0"/>
              <a:cs typeface="Courier New" pitchFamily="49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39008" y="1628800"/>
            <a:ext cx="8969496" cy="3416320"/>
          </a:xfrm>
          <a:prstGeom prst="rect">
            <a:avLst/>
          </a:prstGeom>
          <a:noFill/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ru-RU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Верстальник</a:t>
            </a:r>
            <a:r>
              <a:rPr lang="ru-RU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</a:t>
            </a:r>
            <a:r>
              <a:rPr lang="ru-RU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змушений</a:t>
            </a:r>
            <a:r>
              <a:rPr lang="ru-RU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</a:t>
            </a:r>
            <a:r>
              <a:rPr lang="ru-RU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робити</a:t>
            </a:r>
            <a:r>
              <a:rPr lang="ru-RU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</a:t>
            </a:r>
            <a:r>
              <a:rPr lang="ru-RU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різницю</a:t>
            </a:r>
            <a:r>
              <a:rPr lang="ru-RU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</a:t>
            </a:r>
            <a:r>
              <a:rPr lang="ru-RU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між</a:t>
            </a:r>
            <a:r>
              <a:rPr lang="ru-RU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</a:t>
            </a:r>
            <a:r>
              <a:rPr lang="ru-RU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елементами</a:t>
            </a:r>
            <a:r>
              <a:rPr lang="ru-RU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</a:t>
            </a:r>
            <a:r>
              <a:rPr lang="ru-RU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розмітки</a:t>
            </a:r>
            <a:endParaRPr lang="ru-RU" b="1" dirty="0">
              <a:solidFill>
                <a:schemeClr val="tx1"/>
              </a:solidFill>
              <a:latin typeface="Courier New" pitchFamily="49" charset="0"/>
              <a:cs typeface="Courier New" pitchFamily="49" charset="0"/>
            </a:endParaRPr>
          </a:p>
          <a:p>
            <a:r>
              <a:rPr lang="ru-RU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за </a:t>
            </a:r>
            <a:r>
              <a:rPr lang="ru-RU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їх</a:t>
            </a:r>
            <a:r>
              <a:rPr lang="ru-RU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</a:t>
            </a:r>
            <a:r>
              <a:rPr lang="ru-RU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вмістом</a:t>
            </a:r>
            <a:r>
              <a:rPr lang="ru-RU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шляхом </a:t>
            </a:r>
            <a:r>
              <a:rPr lang="ru-RU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присвоєння</a:t>
            </a:r>
            <a:r>
              <a:rPr lang="ru-RU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</a:t>
            </a:r>
            <a:r>
              <a:rPr lang="ru-RU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їм</a:t>
            </a:r>
            <a:r>
              <a:rPr lang="ru-RU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</a:t>
            </a:r>
            <a:r>
              <a:rPr lang="ru-RU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класів</a:t>
            </a:r>
            <a:r>
              <a:rPr lang="ru-RU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з </a:t>
            </a:r>
            <a:r>
              <a:rPr lang="ru-RU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людинозрозумілими</a:t>
            </a:r>
            <a:r>
              <a:rPr lang="ru-RU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</a:t>
            </a:r>
            <a:r>
              <a:rPr lang="ru-RU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назвами</a:t>
            </a:r>
            <a:r>
              <a:rPr lang="ru-RU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.</a:t>
            </a:r>
          </a:p>
          <a:p>
            <a:r>
              <a:rPr lang="ru-RU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Це</a:t>
            </a:r>
            <a:r>
              <a:rPr lang="ru-RU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</a:t>
            </a:r>
            <a:r>
              <a:rPr lang="ru-RU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дозволяє</a:t>
            </a:r>
            <a:r>
              <a:rPr lang="ru-RU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</a:t>
            </a:r>
            <a:r>
              <a:rPr lang="ru-RU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орієнтуватися</a:t>
            </a:r>
            <a:r>
              <a:rPr lang="ru-RU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у </a:t>
            </a:r>
            <a:r>
              <a:rPr lang="ru-RU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розмітці</a:t>
            </a:r>
            <a:r>
              <a:rPr lang="ru-RU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</a:t>
            </a:r>
            <a:r>
              <a:rPr lang="ru-RU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людині</a:t>
            </a:r>
            <a:r>
              <a:rPr lang="ru-RU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.</a:t>
            </a:r>
          </a:p>
          <a:p>
            <a:endParaRPr lang="ru-RU" b="1" dirty="0">
              <a:solidFill>
                <a:schemeClr val="tx1"/>
              </a:solidFill>
              <a:latin typeface="Courier New" pitchFamily="49" charset="0"/>
              <a:cs typeface="Courier New" pitchFamily="49" charset="0"/>
            </a:endParaRPr>
          </a:p>
          <a:p>
            <a:r>
              <a:rPr lang="ru-RU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Як браузер </a:t>
            </a:r>
            <a:r>
              <a:rPr lang="ru-RU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дізнається</a:t>
            </a:r>
            <a:r>
              <a:rPr lang="ru-RU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, </a:t>
            </a:r>
            <a:r>
              <a:rPr lang="ru-RU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що</a:t>
            </a:r>
            <a:r>
              <a:rPr lang="ru-RU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в </a:t>
            </a:r>
            <a:r>
              <a:rPr lang="ru-RU" b="1" dirty="0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&lt;</a:t>
            </a:r>
            <a:r>
              <a:rPr lang="en-US" b="1" dirty="0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div class="nav"&gt;</a:t>
            </a:r>
            <a:r>
              <a:rPr lang="en-US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</a:t>
            </a:r>
            <a:r>
              <a:rPr lang="ru-RU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розміщено</a:t>
            </a:r>
            <a:r>
              <a:rPr lang="ru-RU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</a:t>
            </a:r>
            <a:r>
              <a:rPr lang="ru-RU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саме</a:t>
            </a:r>
            <a:r>
              <a:rPr lang="ru-RU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меню сайту?</a:t>
            </a:r>
          </a:p>
          <a:p>
            <a:endParaRPr lang="ru-RU" b="1" dirty="0">
              <a:solidFill>
                <a:schemeClr val="tx1"/>
              </a:solidFill>
              <a:latin typeface="Courier New" pitchFamily="49" charset="0"/>
              <a:cs typeface="Courier New" pitchFamily="49" charset="0"/>
            </a:endParaRPr>
          </a:p>
          <a:p>
            <a:r>
              <a:rPr lang="ru-RU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А </a:t>
            </a:r>
            <a:r>
              <a:rPr lang="ru-RU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крім</a:t>
            </a:r>
            <a:r>
              <a:rPr lang="ru-RU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</a:t>
            </a:r>
            <a:r>
              <a:rPr lang="ru-RU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браузерів</a:t>
            </a:r>
            <a:r>
              <a:rPr lang="ru-RU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, є </a:t>
            </a:r>
            <a:r>
              <a:rPr lang="ru-RU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пошукові</a:t>
            </a:r>
            <a:r>
              <a:rPr lang="ru-RU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</a:t>
            </a:r>
            <a:r>
              <a:rPr lang="ru-RU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роботи</a:t>
            </a:r>
            <a:r>
              <a:rPr lang="ru-RU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, контент-</a:t>
            </a:r>
            <a:r>
              <a:rPr lang="ru-RU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аналізатори</a:t>
            </a:r>
            <a:r>
              <a:rPr lang="ru-RU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, </a:t>
            </a:r>
            <a:r>
              <a:rPr lang="ru-RU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програми</a:t>
            </a:r>
            <a:r>
              <a:rPr lang="ru-RU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</a:t>
            </a:r>
            <a:r>
              <a:rPr lang="ru-RU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екранного</a:t>
            </a:r>
            <a:r>
              <a:rPr lang="ru-RU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доступу. І для правильного </a:t>
            </a:r>
            <a:r>
              <a:rPr lang="ru-RU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розуміння</a:t>
            </a:r>
            <a:r>
              <a:rPr lang="ru-RU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ними </a:t>
            </a:r>
            <a:r>
              <a:rPr lang="ru-RU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вмісту</a:t>
            </a:r>
            <a:r>
              <a:rPr lang="ru-RU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веб-</a:t>
            </a:r>
            <a:r>
              <a:rPr lang="ru-RU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сторінки</a:t>
            </a:r>
            <a:r>
              <a:rPr lang="ru-RU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</a:t>
            </a:r>
            <a:r>
              <a:rPr lang="ru-RU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дуже</a:t>
            </a:r>
            <a:r>
              <a:rPr lang="ru-RU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</a:t>
            </a:r>
            <a:r>
              <a:rPr lang="ru-RU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важливою</a:t>
            </a:r>
            <a:r>
              <a:rPr lang="ru-RU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є </a:t>
            </a:r>
            <a:r>
              <a:rPr lang="ru-RU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зрозуміла</a:t>
            </a:r>
            <a:r>
              <a:rPr lang="ru-RU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, </a:t>
            </a:r>
            <a:r>
              <a:rPr lang="ru-RU" b="1" dirty="0" err="1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семантична</a:t>
            </a:r>
            <a:r>
              <a:rPr lang="ru-RU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</a:t>
            </a:r>
            <a:r>
              <a:rPr lang="ru-RU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розмітка</a:t>
            </a:r>
            <a:r>
              <a:rPr lang="ru-RU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9008" y="5147900"/>
            <a:ext cx="8969496" cy="369332"/>
          </a:xfrm>
          <a:prstGeom prst="rect">
            <a:avLst/>
          </a:prstGeom>
          <a:noFill/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ru-RU" b="1" dirty="0" err="1">
                <a:latin typeface="Courier New" pitchFamily="49" charset="0"/>
                <a:cs typeface="Courier New" pitchFamily="49" charset="0"/>
              </a:rPr>
              <a:t>Тобто</a:t>
            </a:r>
            <a:r>
              <a:rPr lang="ru-RU" b="1" dirty="0">
                <a:latin typeface="Courier New" pitchFamily="49" charset="0"/>
                <a:cs typeface="Courier New" pitchFamily="49" charset="0"/>
              </a:rPr>
              <a:t> за фактом – семантика </a:t>
            </a:r>
            <a:r>
              <a:rPr lang="ru-RU" b="1" dirty="0" err="1">
                <a:latin typeface="Courier New" pitchFamily="49" charset="0"/>
                <a:cs typeface="Courier New" pitchFamily="49" charset="0"/>
              </a:rPr>
              <a:t>потрібна</a:t>
            </a:r>
            <a:r>
              <a:rPr lang="ru-RU" b="1" dirty="0">
                <a:latin typeface="Courier New" pitchFamily="49" charset="0"/>
                <a:cs typeface="Courier New" pitchFamily="49" charset="0"/>
              </a:rPr>
              <a:t> не </a:t>
            </a:r>
            <a:r>
              <a:rPr lang="ru-RU" b="1" dirty="0" err="1">
                <a:latin typeface="Courier New" pitchFamily="49" charset="0"/>
                <a:cs typeface="Courier New" pitchFamily="49" charset="0"/>
              </a:rPr>
              <a:t>людині</a:t>
            </a:r>
            <a:r>
              <a:rPr lang="ru-RU" b="1" dirty="0">
                <a:latin typeface="Courier New" pitchFamily="49" charset="0"/>
                <a:cs typeface="Courier New" pitchFamily="49" charset="0"/>
              </a:rPr>
              <a:t>, а машинам.</a:t>
            </a:r>
            <a:endParaRPr lang="ru-RU" b="1" i="1" dirty="0">
              <a:solidFill>
                <a:srgbClr val="002060"/>
              </a:solidFill>
              <a:latin typeface="Courier New" pitchFamily="49" charset="0"/>
              <a:cs typeface="Courier New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8407493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Группа 10"/>
          <p:cNvGrpSpPr/>
          <p:nvPr/>
        </p:nvGrpSpPr>
        <p:grpSpPr>
          <a:xfrm>
            <a:off x="107504" y="76562"/>
            <a:ext cx="8928992" cy="2985433"/>
            <a:chOff x="135915" y="292586"/>
            <a:chExt cx="8928992" cy="2985433"/>
          </a:xfrm>
        </p:grpSpPr>
        <p:sp>
          <p:nvSpPr>
            <p:cNvPr id="12" name="TextBox 11"/>
            <p:cNvSpPr txBox="1"/>
            <p:nvPr/>
          </p:nvSpPr>
          <p:spPr>
            <a:xfrm>
              <a:off x="135915" y="692696"/>
              <a:ext cx="8928992" cy="2585323"/>
            </a:xfrm>
            <a:prstGeom prst="rect">
              <a:avLst/>
            </a:prstGeom>
            <a:noFill/>
            <a:ln w="9525"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ru-RU" b="1" dirty="0" err="1">
                  <a:latin typeface="Courier New" panose="02070309020205020404" pitchFamily="49" charset="0"/>
                  <a:cs typeface="Courier New" panose="02070309020205020404" pitchFamily="49" charset="0"/>
                </a:rPr>
                <a:t>Елемент</a:t>
              </a:r>
              <a:r>
                <a:rPr lang="ru-RU" b="1" dirty="0">
                  <a:latin typeface="Courier New" panose="02070309020205020404" pitchFamily="49" charset="0"/>
                  <a:cs typeface="Courier New" panose="02070309020205020404" pitchFamily="49" charset="0"/>
                </a:rPr>
                <a:t> </a:t>
              </a:r>
              <a:r>
                <a:rPr lang="ru-RU" b="1" dirty="0" err="1">
                  <a:latin typeface="Courier New" panose="02070309020205020404" pitchFamily="49" charset="0"/>
                  <a:cs typeface="Courier New" panose="02070309020205020404" pitchFamily="49" charset="0"/>
                </a:rPr>
                <a:t>представляє</a:t>
              </a:r>
              <a:r>
                <a:rPr lang="ru-RU" b="1" dirty="0">
                  <a:latin typeface="Courier New" panose="02070309020205020404" pitchFamily="49" charset="0"/>
                  <a:cs typeface="Courier New" panose="02070309020205020404" pitchFamily="49" charset="0"/>
                </a:rPr>
                <a:t> </a:t>
              </a:r>
              <a:r>
                <a:rPr lang="ru-RU" b="1" dirty="0" err="1">
                  <a:latin typeface="Courier New" panose="02070309020205020404" pitchFamily="49" charset="0"/>
                  <a:cs typeface="Courier New" panose="02070309020205020404" pitchFamily="49" charset="0"/>
                </a:rPr>
                <a:t>групу</a:t>
              </a:r>
              <a:r>
                <a:rPr lang="ru-RU" b="1" dirty="0">
                  <a:latin typeface="Courier New" panose="02070309020205020404" pitchFamily="49" charset="0"/>
                  <a:cs typeface="Courier New" panose="02070309020205020404" pitchFamily="49" charset="0"/>
                </a:rPr>
                <a:t> </a:t>
              </a:r>
              <a:r>
                <a:rPr lang="ru-RU" b="1" dirty="0" err="1">
                  <a:latin typeface="Courier New" panose="02070309020205020404" pitchFamily="49" charset="0"/>
                  <a:cs typeface="Courier New" panose="02070309020205020404" pitchFamily="49" charset="0"/>
                </a:rPr>
                <a:t>вступного</a:t>
              </a:r>
              <a:r>
                <a:rPr lang="ru-RU" b="1" dirty="0">
                  <a:latin typeface="Courier New" panose="02070309020205020404" pitchFamily="49" charset="0"/>
                  <a:cs typeface="Courier New" panose="02070309020205020404" pitchFamily="49" charset="0"/>
                </a:rPr>
                <a:t> </a:t>
              </a:r>
              <a:r>
                <a:rPr lang="ru-RU" b="1" dirty="0" err="1">
                  <a:latin typeface="Courier New" panose="02070309020205020404" pitchFamily="49" charset="0"/>
                  <a:cs typeface="Courier New" panose="02070309020205020404" pitchFamily="49" charset="0"/>
                </a:rPr>
                <a:t>вмісту</a:t>
              </a:r>
              <a:r>
                <a:rPr lang="ru-RU" b="1" dirty="0">
                  <a:latin typeface="Courier New" panose="02070309020205020404" pitchFamily="49" charset="0"/>
                  <a:cs typeface="Courier New" panose="02070309020205020404" pitchFamily="49" charset="0"/>
                </a:rPr>
                <a:t> </a:t>
              </a:r>
              <a:r>
                <a:rPr lang="ru-RU" b="1" dirty="0" err="1">
                  <a:latin typeface="Courier New" panose="02070309020205020404" pitchFamily="49" charset="0"/>
                  <a:cs typeface="Courier New" panose="02070309020205020404" pitchFamily="49" charset="0"/>
                </a:rPr>
                <a:t>або</a:t>
              </a:r>
              <a:r>
                <a:rPr lang="ru-RU" b="1" dirty="0">
                  <a:latin typeface="Courier New" panose="02070309020205020404" pitchFamily="49" charset="0"/>
                  <a:cs typeface="Courier New" panose="02070309020205020404" pitchFamily="49" charset="0"/>
                </a:rPr>
                <a:t> </a:t>
              </a:r>
              <a:r>
                <a:rPr lang="ru-RU" b="1" dirty="0" err="1">
                  <a:latin typeface="Courier New" panose="02070309020205020404" pitchFamily="49" charset="0"/>
                  <a:cs typeface="Courier New" panose="02070309020205020404" pitchFamily="49" charset="0"/>
                </a:rPr>
                <a:t>навігаційних</a:t>
              </a:r>
              <a:r>
                <a:rPr lang="ru-RU" b="1" dirty="0">
                  <a:latin typeface="Courier New" panose="02070309020205020404" pitchFamily="49" charset="0"/>
                  <a:cs typeface="Courier New" panose="02070309020205020404" pitchFamily="49" charset="0"/>
                </a:rPr>
                <a:t> </a:t>
              </a:r>
              <a:r>
                <a:rPr lang="ru-RU" b="1" dirty="0" err="1">
                  <a:latin typeface="Courier New" panose="02070309020205020404" pitchFamily="49" charset="0"/>
                  <a:cs typeface="Courier New" panose="02070309020205020404" pitchFamily="49" charset="0"/>
                </a:rPr>
                <a:t>засобів</a:t>
              </a:r>
              <a:r>
                <a:rPr lang="ru-RU" b="1" dirty="0">
                  <a:latin typeface="Courier New" panose="02070309020205020404" pitchFamily="49" charset="0"/>
                  <a:cs typeface="Courier New" panose="02070309020205020404" pitchFamily="49" charset="0"/>
                </a:rPr>
                <a:t>.</a:t>
              </a:r>
            </a:p>
            <a:p>
              <a:endParaRPr lang="ru-RU" b="1" dirty="0">
                <a:latin typeface="Courier New" panose="02070309020205020404" pitchFamily="49" charset="0"/>
                <a:cs typeface="Courier New" panose="02070309020205020404" pitchFamily="49" charset="0"/>
              </a:endParaRPr>
            </a:p>
            <a:p>
              <a:r>
                <a:rPr lang="ru-RU" b="1" dirty="0" err="1">
                  <a:latin typeface="Courier New" panose="02070309020205020404" pitchFamily="49" charset="0"/>
                  <a:cs typeface="Courier New" panose="02070309020205020404" pitchFamily="49" charset="0"/>
                </a:rPr>
                <a:t>Зазвичай</a:t>
              </a:r>
              <a:r>
                <a:rPr lang="ru-RU" b="1" dirty="0">
                  <a:latin typeface="Courier New" panose="02070309020205020404" pitchFamily="49" charset="0"/>
                  <a:cs typeface="Courier New" panose="02070309020205020404" pitchFamily="49" charset="0"/>
                </a:rPr>
                <a:t> </a:t>
              </a:r>
              <a:r>
                <a:rPr lang="ru-RU" b="1" dirty="0" err="1">
                  <a:latin typeface="Courier New" panose="02070309020205020404" pitchFamily="49" charset="0"/>
                  <a:cs typeface="Courier New" panose="02070309020205020404" pitchFamily="49" charset="0"/>
                </a:rPr>
                <a:t>містить</a:t>
              </a:r>
              <a:r>
                <a:rPr lang="ru-RU" b="1" dirty="0">
                  <a:latin typeface="Courier New" panose="02070309020205020404" pitchFamily="49" charset="0"/>
                  <a:cs typeface="Courier New" panose="02070309020205020404" pitchFamily="49" charset="0"/>
                </a:rPr>
                <a:t> </a:t>
              </a:r>
              <a:r>
                <a:rPr lang="ru-RU" b="1" dirty="0" err="1">
                  <a:latin typeface="Courier New" panose="02070309020205020404" pitchFamily="49" charset="0"/>
                  <a:cs typeface="Courier New" panose="02070309020205020404" pitchFamily="49" charset="0"/>
                </a:rPr>
                <a:t>елементи</a:t>
              </a:r>
              <a:r>
                <a:rPr lang="ru-RU" b="1" dirty="0">
                  <a:latin typeface="Courier New" panose="02070309020205020404" pitchFamily="49" charset="0"/>
                  <a:cs typeface="Courier New" panose="02070309020205020404" pitchFamily="49" charset="0"/>
                </a:rPr>
                <a:t> </a:t>
              </a:r>
              <a:r>
                <a:rPr lang="en-US" b="1" dirty="0">
                  <a:solidFill>
                    <a:srgbClr val="C00000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h1-h6</a:t>
              </a:r>
              <a:r>
                <a:rPr lang="en-US" b="1" dirty="0">
                  <a:latin typeface="Courier New" panose="02070309020205020404" pitchFamily="49" charset="0"/>
                  <a:cs typeface="Courier New" panose="02070309020205020404" pitchFamily="49" charset="0"/>
                </a:rPr>
                <a:t>. </a:t>
              </a:r>
              <a:r>
                <a:rPr lang="ru-RU" b="1" dirty="0" err="1">
                  <a:latin typeface="Courier New" panose="02070309020205020404" pitchFamily="49" charset="0"/>
                  <a:cs typeface="Courier New" panose="02070309020205020404" pitchFamily="49" charset="0"/>
                </a:rPr>
                <a:t>Може</a:t>
              </a:r>
              <a:r>
                <a:rPr lang="ru-RU" b="1" dirty="0">
                  <a:latin typeface="Courier New" panose="02070309020205020404" pitchFamily="49" charset="0"/>
                  <a:cs typeface="Courier New" panose="02070309020205020404" pitchFamily="49" charset="0"/>
                </a:rPr>
                <a:t> </a:t>
              </a:r>
              <a:r>
                <a:rPr lang="ru-RU" b="1" dirty="0" err="1">
                  <a:latin typeface="Courier New" panose="02070309020205020404" pitchFamily="49" charset="0"/>
                  <a:cs typeface="Courier New" panose="02070309020205020404" pitchFamily="49" charset="0"/>
                </a:rPr>
                <a:t>також</a:t>
              </a:r>
              <a:r>
                <a:rPr lang="ru-RU" b="1" dirty="0">
                  <a:latin typeface="Courier New" panose="02070309020205020404" pitchFamily="49" charset="0"/>
                  <a:cs typeface="Courier New" panose="02070309020205020404" pitchFamily="49" charset="0"/>
                </a:rPr>
                <a:t> </a:t>
              </a:r>
              <a:r>
                <a:rPr lang="ru-RU" b="1" dirty="0" err="1">
                  <a:latin typeface="Courier New" panose="02070309020205020404" pitchFamily="49" charset="0"/>
                  <a:cs typeface="Courier New" panose="02070309020205020404" pitchFamily="49" charset="0"/>
                </a:rPr>
                <a:t>містити</a:t>
              </a:r>
              <a:r>
                <a:rPr lang="ru-RU" b="1" dirty="0">
                  <a:latin typeface="Courier New" panose="02070309020205020404" pitchFamily="49" charset="0"/>
                  <a:cs typeface="Courier New" panose="02070309020205020404" pitchFamily="49" charset="0"/>
                </a:rPr>
                <a:t> </a:t>
              </a:r>
              <a:r>
                <a:rPr lang="ru-RU" b="1" dirty="0" err="1">
                  <a:latin typeface="Courier New" panose="02070309020205020404" pitchFamily="49" charset="0"/>
                  <a:cs typeface="Courier New" panose="02070309020205020404" pitchFamily="49" charset="0"/>
                </a:rPr>
                <a:t>форми</a:t>
              </a:r>
              <a:r>
                <a:rPr lang="ru-RU" b="1" dirty="0">
                  <a:latin typeface="Courier New" panose="02070309020205020404" pitchFamily="49" charset="0"/>
                  <a:cs typeface="Courier New" panose="02070309020205020404" pitchFamily="49" charset="0"/>
                </a:rPr>
                <a:t> </a:t>
              </a:r>
              <a:r>
                <a:rPr lang="ru-RU" b="1" dirty="0" err="1">
                  <a:latin typeface="Courier New" panose="02070309020205020404" pitchFamily="49" charset="0"/>
                  <a:cs typeface="Courier New" panose="02070309020205020404" pitchFamily="49" charset="0"/>
                </a:rPr>
                <a:t>пошуку</a:t>
              </a:r>
              <a:r>
                <a:rPr lang="ru-RU" b="1" dirty="0">
                  <a:latin typeface="Courier New" panose="02070309020205020404" pitchFamily="49" charset="0"/>
                  <a:cs typeface="Courier New" panose="02070309020205020404" pitchFamily="49" charset="0"/>
                </a:rPr>
                <a:t>, </a:t>
              </a:r>
              <a:r>
                <a:rPr lang="ru-RU" b="1" dirty="0" err="1">
                  <a:latin typeface="Courier New" panose="02070309020205020404" pitchFamily="49" charset="0"/>
                  <a:cs typeface="Courier New" panose="02070309020205020404" pitchFamily="49" charset="0"/>
                </a:rPr>
                <a:t>секційний</a:t>
              </a:r>
              <a:r>
                <a:rPr lang="ru-RU" b="1" dirty="0">
                  <a:latin typeface="Courier New" panose="02070309020205020404" pitchFamily="49" charset="0"/>
                  <a:cs typeface="Courier New" panose="02070309020205020404" pitchFamily="49" charset="0"/>
                </a:rPr>
                <a:t> контент (</a:t>
              </a:r>
              <a:r>
                <a:rPr lang="ru-RU" b="1" dirty="0" err="1">
                  <a:latin typeface="Courier New" panose="02070309020205020404" pitchFamily="49" charset="0"/>
                  <a:cs typeface="Courier New" panose="02070309020205020404" pitchFamily="49" charset="0"/>
                </a:rPr>
                <a:t>наприклад</a:t>
              </a:r>
              <a:r>
                <a:rPr lang="ru-RU" b="1" dirty="0">
                  <a:latin typeface="Courier New" panose="02070309020205020404" pitchFamily="49" charset="0"/>
                  <a:cs typeface="Courier New" panose="02070309020205020404" pitchFamily="49" charset="0"/>
                </a:rPr>
                <a:t>, </a:t>
              </a:r>
              <a:r>
                <a:rPr lang="en-US" b="1" dirty="0">
                  <a:latin typeface="Courier New" panose="02070309020205020404" pitchFamily="49" charset="0"/>
                  <a:cs typeface="Courier New" panose="02070309020205020404" pitchFamily="49" charset="0"/>
                </a:rPr>
                <a:t>nav)</a:t>
              </a:r>
            </a:p>
            <a:p>
              <a:endParaRPr lang="ru-RU" b="1" dirty="0">
                <a:latin typeface="Courier New" panose="02070309020205020404" pitchFamily="49" charset="0"/>
                <a:cs typeface="Courier New" panose="02070309020205020404" pitchFamily="49" charset="0"/>
              </a:endParaRPr>
            </a:p>
            <a:p>
              <a:r>
                <a:rPr lang="ru-RU" b="1" dirty="0" err="1">
                  <a:latin typeface="Courier New" panose="02070309020205020404" pitchFamily="49" charset="0"/>
                  <a:cs typeface="Courier New" panose="02070309020205020404" pitchFamily="49" charset="0"/>
                </a:rPr>
                <a:t>Може</a:t>
              </a:r>
              <a:r>
                <a:rPr lang="ru-RU" b="1" dirty="0">
                  <a:latin typeface="Courier New" panose="02070309020205020404" pitchFamily="49" charset="0"/>
                  <a:cs typeface="Courier New" panose="02070309020205020404" pitchFamily="49" charset="0"/>
                </a:rPr>
                <a:t> бути не </a:t>
              </a:r>
              <a:r>
                <a:rPr lang="ru-RU" b="1" dirty="0" err="1">
                  <a:latin typeface="Courier New" panose="02070309020205020404" pitchFamily="49" charset="0"/>
                  <a:cs typeface="Courier New" panose="02070309020205020404" pitchFamily="49" charset="0"/>
                </a:rPr>
                <a:t>тільки</a:t>
              </a:r>
              <a:r>
                <a:rPr lang="ru-RU" b="1" dirty="0">
                  <a:latin typeface="Courier New" panose="02070309020205020404" pitchFamily="49" charset="0"/>
                  <a:cs typeface="Courier New" panose="02070309020205020404" pitchFamily="49" charset="0"/>
                </a:rPr>
                <a:t> </a:t>
              </a:r>
              <a:r>
                <a:rPr lang="ru-RU" b="1" dirty="0" err="1">
                  <a:latin typeface="Courier New" panose="02070309020205020404" pitchFamily="49" charset="0"/>
                  <a:cs typeface="Courier New" panose="02070309020205020404" pitchFamily="49" charset="0"/>
                </a:rPr>
                <a:t>верхнього</a:t>
              </a:r>
              <a:r>
                <a:rPr lang="ru-RU" b="1" dirty="0">
                  <a:latin typeface="Courier New" panose="02070309020205020404" pitchFamily="49" charset="0"/>
                  <a:cs typeface="Courier New" panose="02070309020205020404" pitchFamily="49" charset="0"/>
                </a:rPr>
                <a:t> </a:t>
              </a:r>
              <a:r>
                <a:rPr lang="ru-RU" b="1" dirty="0" err="1">
                  <a:latin typeface="Courier New" panose="02070309020205020404" pitchFamily="49" charset="0"/>
                  <a:cs typeface="Courier New" panose="02070309020205020404" pitchFamily="49" charset="0"/>
                </a:rPr>
                <a:t>рівня</a:t>
              </a:r>
              <a:r>
                <a:rPr lang="ru-RU" b="1" dirty="0">
                  <a:latin typeface="Courier New" panose="02070309020205020404" pitchFamily="49" charset="0"/>
                  <a:cs typeface="Courier New" panose="02070309020205020404" pitchFamily="49" charset="0"/>
                </a:rPr>
                <a:t> (</a:t>
              </a:r>
              <a:r>
                <a:rPr lang="ru-RU" b="1" dirty="0" err="1">
                  <a:latin typeface="Courier New" panose="02070309020205020404" pitchFamily="49" charset="0"/>
                  <a:cs typeface="Courier New" panose="02070309020205020404" pitchFamily="49" charset="0"/>
                </a:rPr>
                <a:t>щапка</a:t>
              </a:r>
              <a:r>
                <a:rPr lang="ru-RU" b="1" dirty="0">
                  <a:latin typeface="Courier New" panose="02070309020205020404" pitchFamily="49" charset="0"/>
                  <a:cs typeface="Courier New" panose="02070309020205020404" pitchFamily="49" charset="0"/>
                </a:rPr>
                <a:t> сайту), але </a:t>
              </a:r>
              <a:r>
                <a:rPr lang="ru-RU" b="1" dirty="0" err="1">
                  <a:latin typeface="Courier New" panose="02070309020205020404" pitchFamily="49" charset="0"/>
                  <a:cs typeface="Courier New" panose="02070309020205020404" pitchFamily="49" charset="0"/>
                </a:rPr>
                <a:t>ще</a:t>
              </a:r>
              <a:endParaRPr lang="ru-RU" b="1" dirty="0">
                <a:latin typeface="Courier New" panose="02070309020205020404" pitchFamily="49" charset="0"/>
                <a:cs typeface="Courier New" panose="02070309020205020404" pitchFamily="49" charset="0"/>
              </a:endParaRPr>
            </a:p>
            <a:p>
              <a:r>
                <a:rPr lang="ru-RU" b="1" dirty="0">
                  <a:latin typeface="Courier New" panose="02070309020205020404" pitchFamily="49" charset="0"/>
                  <a:cs typeface="Courier New" panose="02070309020205020404" pitchFamily="49" charset="0"/>
                </a:rPr>
                <a:t>допустимо, коли &lt;</a:t>
              </a:r>
              <a:r>
                <a:rPr lang="en-US" b="1" dirty="0">
                  <a:latin typeface="Courier New" panose="02070309020205020404" pitchFamily="49" charset="0"/>
                  <a:cs typeface="Courier New" panose="02070309020205020404" pitchFamily="49" charset="0"/>
                </a:rPr>
                <a:t>header&gt; </a:t>
              </a:r>
              <a:r>
                <a:rPr lang="ru-RU" b="1" dirty="0" err="1">
                  <a:latin typeface="Courier New" panose="02070309020205020404" pitchFamily="49" charset="0"/>
                  <a:cs typeface="Courier New" panose="02070309020205020404" pitchFamily="49" charset="0"/>
                </a:rPr>
                <a:t>зустрічаються</a:t>
              </a:r>
              <a:r>
                <a:rPr lang="ru-RU" b="1" dirty="0">
                  <a:latin typeface="Courier New" panose="02070309020205020404" pitchFamily="49" charset="0"/>
                  <a:cs typeface="Courier New" panose="02070309020205020404" pitchFamily="49" charset="0"/>
                </a:rPr>
                <a:t> у </a:t>
              </a:r>
              <a:r>
                <a:rPr lang="ru-RU" b="1" dirty="0" err="1">
                  <a:latin typeface="Courier New" panose="02070309020205020404" pitchFamily="49" charset="0"/>
                  <a:cs typeface="Courier New" panose="02070309020205020404" pitchFamily="49" charset="0"/>
                </a:rPr>
                <a:t>кожної</a:t>
              </a:r>
              <a:r>
                <a:rPr lang="ru-RU" b="1" dirty="0">
                  <a:latin typeface="Courier New" panose="02070309020205020404" pitchFamily="49" charset="0"/>
                  <a:cs typeface="Courier New" panose="02070309020205020404" pitchFamily="49" charset="0"/>
                </a:rPr>
                <a:t> </a:t>
              </a:r>
              <a:r>
                <a:rPr lang="ru-RU" b="1" dirty="0" err="1">
                  <a:latin typeface="Courier New" panose="02070309020205020404" pitchFamily="49" charset="0"/>
                  <a:cs typeface="Courier New" panose="02070309020205020404" pitchFamily="49" charset="0"/>
                </a:rPr>
                <a:t>статті</a:t>
              </a:r>
              <a:r>
                <a:rPr lang="ru-RU" b="1" dirty="0">
                  <a:latin typeface="Courier New" panose="02070309020205020404" pitchFamily="49" charset="0"/>
                  <a:cs typeface="Courier New" panose="02070309020205020404" pitchFamily="49" charset="0"/>
                </a:rPr>
                <a:t> </a:t>
              </a:r>
              <a:r>
                <a:rPr lang="ru-RU" b="1" dirty="0" err="1">
                  <a:latin typeface="Courier New" panose="02070309020205020404" pitchFamily="49" charset="0"/>
                  <a:cs typeface="Courier New" panose="02070309020205020404" pitchFamily="49" charset="0"/>
                </a:rPr>
                <a:t>або</a:t>
              </a:r>
              <a:r>
                <a:rPr lang="ru-RU" b="1" dirty="0">
                  <a:latin typeface="Courier New" panose="02070309020205020404" pitchFamily="49" charset="0"/>
                  <a:cs typeface="Courier New" panose="02070309020205020404" pitchFamily="49" charset="0"/>
                </a:rPr>
                <a:t>,</a:t>
              </a:r>
            </a:p>
            <a:p>
              <a:r>
                <a:rPr lang="ru-RU" b="1" dirty="0" err="1">
                  <a:latin typeface="Courier New" panose="02070309020205020404" pitchFamily="49" charset="0"/>
                  <a:cs typeface="Courier New" panose="02070309020205020404" pitchFamily="49" charset="0"/>
                </a:rPr>
                <a:t>наприклад</a:t>
              </a:r>
              <a:r>
                <a:rPr lang="ru-RU" b="1" dirty="0">
                  <a:latin typeface="Courier New" panose="02070309020205020404" pitchFamily="49" charset="0"/>
                  <a:cs typeface="Courier New" panose="02070309020205020404" pitchFamily="49" charset="0"/>
                </a:rPr>
                <a:t>, </a:t>
              </a:r>
              <a:r>
                <a:rPr lang="ru-RU" b="1" dirty="0" err="1">
                  <a:latin typeface="Courier New" panose="02070309020205020404" pitchFamily="49" charset="0"/>
                  <a:cs typeface="Courier New" panose="02070309020205020404" pitchFamily="49" charset="0"/>
                </a:rPr>
                <a:t>цитати</a:t>
              </a:r>
              <a:r>
                <a:rPr lang="ru-RU" b="1" dirty="0">
                  <a:latin typeface="Courier New" panose="02070309020205020404" pitchFamily="49" charset="0"/>
                  <a:cs typeface="Courier New" panose="02070309020205020404" pitchFamily="49" charset="0"/>
                </a:rPr>
                <a:t>.</a:t>
              </a:r>
            </a:p>
          </p:txBody>
        </p:sp>
        <p:sp>
          <p:nvSpPr>
            <p:cNvPr id="13" name="TextBox 12"/>
            <p:cNvSpPr txBox="1"/>
            <p:nvPr/>
          </p:nvSpPr>
          <p:spPr>
            <a:xfrm>
              <a:off x="179512" y="292586"/>
              <a:ext cx="1828611" cy="400110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  <a:ln w="12700"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US" sz="2000" b="1" dirty="0">
                  <a:latin typeface="Courier New" panose="02070309020205020404" pitchFamily="49" charset="0"/>
                  <a:cs typeface="Courier New" panose="02070309020205020404" pitchFamily="49" charset="0"/>
                </a:rPr>
                <a:t>&lt;header&gt;</a:t>
              </a:r>
              <a:endParaRPr lang="ru-RU" sz="2000" b="1" dirty="0"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16892024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Группа 10"/>
          <p:cNvGrpSpPr/>
          <p:nvPr/>
        </p:nvGrpSpPr>
        <p:grpSpPr>
          <a:xfrm>
            <a:off x="107504" y="76562"/>
            <a:ext cx="8928992" cy="3539431"/>
            <a:chOff x="135915" y="292586"/>
            <a:chExt cx="8928992" cy="3539431"/>
          </a:xfrm>
        </p:grpSpPr>
        <p:sp>
          <p:nvSpPr>
            <p:cNvPr id="12" name="TextBox 11"/>
            <p:cNvSpPr txBox="1"/>
            <p:nvPr/>
          </p:nvSpPr>
          <p:spPr>
            <a:xfrm>
              <a:off x="135915" y="692696"/>
              <a:ext cx="8928992" cy="3139321"/>
            </a:xfrm>
            <a:prstGeom prst="rect">
              <a:avLst/>
            </a:prstGeom>
            <a:noFill/>
            <a:ln w="9525"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ru-RU" b="1" dirty="0" err="1">
                  <a:latin typeface="Courier New" panose="02070309020205020404" pitchFamily="49" charset="0"/>
                  <a:cs typeface="Courier New" panose="02070309020205020404" pitchFamily="49" charset="0"/>
                </a:rPr>
                <a:t>Елемент</a:t>
              </a:r>
              <a:r>
                <a:rPr lang="ru-RU" b="1" dirty="0">
                  <a:latin typeface="Courier New" panose="02070309020205020404" pitchFamily="49" charset="0"/>
                  <a:cs typeface="Courier New" panose="02070309020205020404" pitchFamily="49" charset="0"/>
                </a:rPr>
                <a:t> є </a:t>
              </a:r>
              <a:r>
                <a:rPr lang="ru-RU" b="1" dirty="0" err="1">
                  <a:latin typeface="Courier New" panose="02070309020205020404" pitchFamily="49" charset="0"/>
                  <a:cs typeface="Courier New" panose="02070309020205020404" pitchFamily="49" charset="0"/>
                </a:rPr>
                <a:t>частиною</a:t>
              </a:r>
              <a:r>
                <a:rPr lang="ru-RU" b="1" dirty="0">
                  <a:latin typeface="Courier New" panose="02070309020205020404" pitchFamily="49" charset="0"/>
                  <a:cs typeface="Courier New" panose="02070309020205020404" pitchFamily="49" charset="0"/>
                </a:rPr>
                <a:t> </a:t>
              </a:r>
              <a:r>
                <a:rPr lang="ru-RU" b="1" dirty="0" err="1">
                  <a:latin typeface="Courier New" panose="02070309020205020404" pitchFamily="49" charset="0"/>
                  <a:cs typeface="Courier New" panose="02070309020205020404" pitchFamily="49" charset="0"/>
                </a:rPr>
                <a:t>сторінки</a:t>
              </a:r>
              <a:r>
                <a:rPr lang="ru-RU" b="1" dirty="0">
                  <a:latin typeface="Courier New" panose="02070309020205020404" pitchFamily="49" charset="0"/>
                  <a:cs typeface="Courier New" panose="02070309020205020404" pitchFamily="49" charset="0"/>
                </a:rPr>
                <a:t>, яка </a:t>
              </a:r>
              <a:r>
                <a:rPr lang="ru-RU" b="1" dirty="0" err="1">
                  <a:latin typeface="Courier New" panose="02070309020205020404" pitchFamily="49" charset="0"/>
                  <a:cs typeface="Courier New" panose="02070309020205020404" pitchFamily="49" charset="0"/>
                </a:rPr>
                <a:t>посилається</a:t>
              </a:r>
              <a:r>
                <a:rPr lang="ru-RU" b="1" dirty="0">
                  <a:latin typeface="Courier New" panose="02070309020205020404" pitchFamily="49" charset="0"/>
                  <a:cs typeface="Courier New" panose="02070309020205020404" pitchFamily="49" charset="0"/>
                </a:rPr>
                <a:t> на </a:t>
              </a:r>
              <a:r>
                <a:rPr lang="ru-RU" b="1" dirty="0" err="1">
                  <a:latin typeface="Courier New" panose="02070309020205020404" pitchFamily="49" charset="0"/>
                  <a:cs typeface="Courier New" panose="02070309020205020404" pitchFamily="49" charset="0"/>
                </a:rPr>
                <a:t>інші</a:t>
              </a:r>
              <a:r>
                <a:rPr lang="ru-RU" b="1" dirty="0">
                  <a:latin typeface="Courier New" panose="02070309020205020404" pitchFamily="49" charset="0"/>
                  <a:cs typeface="Courier New" panose="02070309020205020404" pitchFamily="49" charset="0"/>
                </a:rPr>
                <a:t> </a:t>
              </a:r>
              <a:r>
                <a:rPr lang="ru-RU" b="1" dirty="0" err="1">
                  <a:latin typeface="Courier New" panose="02070309020205020404" pitchFamily="49" charset="0"/>
                  <a:cs typeface="Courier New" panose="02070309020205020404" pitchFamily="49" charset="0"/>
                </a:rPr>
                <a:t>сторінки</a:t>
              </a:r>
              <a:r>
                <a:rPr lang="ru-RU" b="1" dirty="0">
                  <a:latin typeface="Courier New" panose="02070309020205020404" pitchFamily="49" charset="0"/>
                  <a:cs typeface="Courier New" panose="02070309020205020404" pitchFamily="49" charset="0"/>
                </a:rPr>
                <a:t> </a:t>
              </a:r>
              <a:r>
                <a:rPr lang="ru-RU" b="1" dirty="0" err="1">
                  <a:latin typeface="Courier New" panose="02070309020205020404" pitchFamily="49" charset="0"/>
                  <a:cs typeface="Courier New" panose="02070309020205020404" pitchFamily="49" charset="0"/>
                </a:rPr>
                <a:t>або</a:t>
              </a:r>
              <a:r>
                <a:rPr lang="ru-RU" b="1" dirty="0">
                  <a:latin typeface="Courier New" panose="02070309020205020404" pitchFamily="49" charset="0"/>
                  <a:cs typeface="Courier New" panose="02070309020205020404" pitchFamily="49" charset="0"/>
                </a:rPr>
                <a:t> </a:t>
              </a:r>
              <a:r>
                <a:rPr lang="ru-RU" b="1" dirty="0" err="1">
                  <a:latin typeface="Courier New" panose="02070309020205020404" pitchFamily="49" charset="0"/>
                  <a:cs typeface="Courier New" panose="02070309020205020404" pitchFamily="49" charset="0"/>
                </a:rPr>
                <a:t>частини</a:t>
              </a:r>
              <a:r>
                <a:rPr lang="ru-RU" b="1" dirty="0">
                  <a:latin typeface="Courier New" panose="02070309020205020404" pitchFamily="49" charset="0"/>
                  <a:cs typeface="Courier New" panose="02070309020205020404" pitchFamily="49" charset="0"/>
                </a:rPr>
                <a:t> </a:t>
              </a:r>
              <a:r>
                <a:rPr lang="ru-RU" b="1" dirty="0" err="1">
                  <a:latin typeface="Courier New" panose="02070309020205020404" pitchFamily="49" charset="0"/>
                  <a:cs typeface="Courier New" panose="02070309020205020404" pitchFamily="49" charset="0"/>
                </a:rPr>
                <a:t>поточної</a:t>
              </a:r>
              <a:r>
                <a:rPr lang="ru-RU" b="1" dirty="0">
                  <a:latin typeface="Courier New" panose="02070309020205020404" pitchFamily="49" charset="0"/>
                  <a:cs typeface="Courier New" panose="02070309020205020404" pitchFamily="49" charset="0"/>
                </a:rPr>
                <a:t>, </a:t>
              </a:r>
              <a:r>
                <a:rPr lang="ru-RU" b="1" dirty="0" err="1">
                  <a:latin typeface="Courier New" panose="02070309020205020404" pitchFamily="49" charset="0"/>
                  <a:cs typeface="Courier New" panose="02070309020205020404" pitchFamily="49" charset="0"/>
                </a:rPr>
                <a:t>тобто</a:t>
              </a:r>
              <a:r>
                <a:rPr lang="ru-RU" b="1" dirty="0">
                  <a:latin typeface="Courier New" panose="02070309020205020404" pitchFamily="49" charset="0"/>
                  <a:cs typeface="Courier New" panose="02070309020205020404" pitchFamily="49" charset="0"/>
                </a:rPr>
                <a:t> </a:t>
              </a:r>
              <a:r>
                <a:rPr lang="ru-RU" b="1" dirty="0" err="1">
                  <a:latin typeface="Courier New" panose="02070309020205020404" pitchFamily="49" charset="0"/>
                  <a:cs typeface="Courier New" panose="02070309020205020404" pitchFamily="49" charset="0"/>
                </a:rPr>
                <a:t>розділ</a:t>
              </a:r>
              <a:r>
                <a:rPr lang="ru-RU" b="1" dirty="0">
                  <a:latin typeface="Courier New" panose="02070309020205020404" pitchFamily="49" charset="0"/>
                  <a:cs typeface="Courier New" panose="02070309020205020404" pitchFamily="49" charset="0"/>
                </a:rPr>
                <a:t> з </a:t>
              </a:r>
              <a:r>
                <a:rPr lang="ru-RU" b="1" dirty="0" err="1">
                  <a:latin typeface="Courier New" panose="02070309020205020404" pitchFamily="49" charset="0"/>
                  <a:cs typeface="Courier New" panose="02070309020205020404" pitchFamily="49" charset="0"/>
                </a:rPr>
                <a:t>навігаційними</a:t>
              </a:r>
              <a:r>
                <a:rPr lang="ru-RU" b="1" dirty="0">
                  <a:latin typeface="Courier New" panose="02070309020205020404" pitchFamily="49" charset="0"/>
                  <a:cs typeface="Courier New" panose="02070309020205020404" pitchFamily="49" charset="0"/>
                </a:rPr>
                <a:t> </a:t>
              </a:r>
              <a:r>
                <a:rPr lang="ru-RU" b="1" dirty="0" err="1">
                  <a:latin typeface="Courier New" panose="02070309020205020404" pitchFamily="49" charset="0"/>
                  <a:cs typeface="Courier New" panose="02070309020205020404" pitchFamily="49" charset="0"/>
                </a:rPr>
                <a:t>посиланнями</a:t>
              </a:r>
              <a:r>
                <a:rPr lang="ru-RU" b="1" dirty="0">
                  <a:latin typeface="Courier New" panose="02070309020205020404" pitchFamily="49" charset="0"/>
                  <a:cs typeface="Courier New" panose="02070309020205020404" pitchFamily="49" charset="0"/>
                </a:rPr>
                <a:t>.</a:t>
              </a:r>
            </a:p>
            <a:p>
              <a:endParaRPr lang="ru-RU" b="1" dirty="0">
                <a:latin typeface="Courier New" panose="02070309020205020404" pitchFamily="49" charset="0"/>
                <a:cs typeface="Courier New" panose="02070309020205020404" pitchFamily="49" charset="0"/>
              </a:endParaRPr>
            </a:p>
            <a:p>
              <a:r>
                <a:rPr lang="ru-RU" b="1" dirty="0" err="1">
                  <a:latin typeface="Courier New" panose="02070309020205020404" pitchFamily="49" charset="0"/>
                  <a:cs typeface="Courier New" panose="02070309020205020404" pitchFamily="49" charset="0"/>
                </a:rPr>
                <a:t>Примітка</a:t>
              </a:r>
              <a:r>
                <a:rPr lang="ru-RU" b="1" dirty="0">
                  <a:latin typeface="Courier New" panose="02070309020205020404" pitchFamily="49" charset="0"/>
                  <a:cs typeface="Courier New" panose="02070309020205020404" pitchFamily="49" charset="0"/>
                </a:rPr>
                <a:t>: не </a:t>
              </a:r>
              <a:r>
                <a:rPr lang="ru-RU" b="1" dirty="0" err="1">
                  <a:latin typeface="Courier New" panose="02070309020205020404" pitchFamily="49" charset="0"/>
                  <a:cs typeface="Courier New" panose="02070309020205020404" pitchFamily="49" charset="0"/>
                </a:rPr>
                <a:t>всі</a:t>
              </a:r>
              <a:r>
                <a:rPr lang="ru-RU" b="1" dirty="0">
                  <a:latin typeface="Courier New" panose="02070309020205020404" pitchFamily="49" charset="0"/>
                  <a:cs typeface="Courier New" panose="02070309020205020404" pitchFamily="49" charset="0"/>
                </a:rPr>
                <a:t> </a:t>
              </a:r>
              <a:r>
                <a:rPr lang="ru-RU" b="1" dirty="0" err="1">
                  <a:latin typeface="Courier New" panose="02070309020205020404" pitchFamily="49" charset="0"/>
                  <a:cs typeface="Courier New" panose="02070309020205020404" pitchFamily="49" charset="0"/>
                </a:rPr>
                <a:t>групи</a:t>
              </a:r>
              <a:r>
                <a:rPr lang="ru-RU" b="1" dirty="0">
                  <a:latin typeface="Courier New" panose="02070309020205020404" pitchFamily="49" charset="0"/>
                  <a:cs typeface="Courier New" panose="02070309020205020404" pitchFamily="49" charset="0"/>
                </a:rPr>
                <a:t> </a:t>
              </a:r>
              <a:r>
                <a:rPr lang="ru-RU" b="1" dirty="0" err="1">
                  <a:latin typeface="Courier New" panose="02070309020205020404" pitchFamily="49" charset="0"/>
                  <a:cs typeface="Courier New" panose="02070309020205020404" pitchFamily="49" charset="0"/>
                </a:rPr>
                <a:t>посилань</a:t>
              </a:r>
              <a:r>
                <a:rPr lang="ru-RU" b="1" dirty="0">
                  <a:latin typeface="Courier New" panose="02070309020205020404" pitchFamily="49" charset="0"/>
                  <a:cs typeface="Courier New" panose="02070309020205020404" pitchFamily="49" charset="0"/>
                </a:rPr>
                <a:t> на </a:t>
              </a:r>
              <a:r>
                <a:rPr lang="ru-RU" b="1" dirty="0" err="1">
                  <a:latin typeface="Courier New" panose="02070309020205020404" pitchFamily="49" charset="0"/>
                  <a:cs typeface="Courier New" panose="02070309020205020404" pitchFamily="49" charset="0"/>
                </a:rPr>
                <a:t>сторінці</a:t>
              </a:r>
              <a:r>
                <a:rPr lang="ru-RU" b="1" dirty="0">
                  <a:latin typeface="Courier New" panose="02070309020205020404" pitchFamily="49" charset="0"/>
                  <a:cs typeface="Courier New" panose="02070309020205020404" pitchFamily="49" charset="0"/>
                </a:rPr>
                <a:t> </a:t>
              </a:r>
              <a:r>
                <a:rPr lang="ru-RU" b="1" dirty="0" err="1">
                  <a:latin typeface="Courier New" panose="02070309020205020404" pitchFamily="49" charset="0"/>
                  <a:cs typeface="Courier New" panose="02070309020205020404" pitchFamily="49" charset="0"/>
                </a:rPr>
                <a:t>повинні</a:t>
              </a:r>
              <a:r>
                <a:rPr lang="ru-RU" b="1" dirty="0">
                  <a:latin typeface="Courier New" panose="02070309020205020404" pitchFamily="49" charset="0"/>
                  <a:cs typeface="Courier New" panose="02070309020205020404" pitchFamily="49" charset="0"/>
                </a:rPr>
                <a:t> бути </a:t>
              </a:r>
              <a:r>
                <a:rPr lang="ru-RU" b="1" dirty="0" err="1">
                  <a:latin typeface="Courier New" panose="02070309020205020404" pitchFamily="49" charset="0"/>
                  <a:cs typeface="Courier New" panose="02070309020205020404" pitchFamily="49" charset="0"/>
                </a:rPr>
                <a:t>перетворені</a:t>
              </a:r>
              <a:r>
                <a:rPr lang="ru-RU" b="1" dirty="0">
                  <a:latin typeface="Courier New" panose="02070309020205020404" pitchFamily="49" charset="0"/>
                  <a:cs typeface="Courier New" panose="02070309020205020404" pitchFamily="49" charset="0"/>
                </a:rPr>
                <a:t> на </a:t>
              </a:r>
              <a:r>
                <a:rPr lang="ru-RU" b="1" dirty="0" err="1">
                  <a:latin typeface="Courier New" panose="02070309020205020404" pitchFamily="49" charset="0"/>
                  <a:cs typeface="Courier New" panose="02070309020205020404" pitchFamily="49" charset="0"/>
                </a:rPr>
                <a:t>елемент</a:t>
              </a:r>
              <a:r>
                <a:rPr lang="ru-RU" b="1" dirty="0">
                  <a:latin typeface="Courier New" panose="02070309020205020404" pitchFamily="49" charset="0"/>
                  <a:cs typeface="Courier New" panose="02070309020205020404" pitchFamily="49" charset="0"/>
                </a:rPr>
                <a:t> </a:t>
              </a:r>
              <a:r>
                <a:rPr lang="ru-RU" b="1" dirty="0" err="1">
                  <a:latin typeface="Courier New" panose="02070309020205020404" pitchFamily="49" charset="0"/>
                  <a:cs typeface="Courier New" panose="02070309020205020404" pitchFamily="49" charset="0"/>
                </a:rPr>
                <a:t>nav</a:t>
              </a:r>
              <a:endParaRPr lang="ru-RU" b="1" dirty="0">
                <a:latin typeface="Courier New" panose="02070309020205020404" pitchFamily="49" charset="0"/>
                <a:cs typeface="Courier New" panose="02070309020205020404" pitchFamily="49" charset="0"/>
              </a:endParaRPr>
            </a:p>
            <a:p>
              <a:r>
                <a:rPr lang="ru-RU" b="1" dirty="0" err="1">
                  <a:latin typeface="Courier New" panose="02070309020205020404" pitchFamily="49" charset="0"/>
                  <a:cs typeface="Courier New" panose="02070309020205020404" pitchFamily="49" charset="0"/>
                </a:rPr>
                <a:t>Цей</a:t>
              </a:r>
              <a:r>
                <a:rPr lang="ru-RU" b="1" dirty="0">
                  <a:latin typeface="Courier New" panose="02070309020205020404" pitchFamily="49" charset="0"/>
                  <a:cs typeface="Courier New" panose="02070309020205020404" pitchFamily="49" charset="0"/>
                </a:rPr>
                <a:t> </a:t>
              </a:r>
              <a:r>
                <a:rPr lang="ru-RU" b="1" dirty="0" err="1">
                  <a:latin typeface="Courier New" panose="02070309020205020404" pitchFamily="49" charset="0"/>
                  <a:cs typeface="Courier New" panose="02070309020205020404" pitchFamily="49" charset="0"/>
                </a:rPr>
                <a:t>елемент</a:t>
              </a:r>
              <a:r>
                <a:rPr lang="ru-RU" b="1" dirty="0">
                  <a:latin typeface="Courier New" panose="02070309020205020404" pitchFamily="49" charset="0"/>
                  <a:cs typeface="Courier New" panose="02070309020205020404" pitchFamily="49" charset="0"/>
                </a:rPr>
                <a:t> </a:t>
              </a:r>
              <a:r>
                <a:rPr lang="ru-RU" b="1" dirty="0" err="1">
                  <a:latin typeface="Courier New" panose="02070309020205020404" pitchFamily="49" charset="0"/>
                  <a:cs typeface="Courier New" panose="02070309020205020404" pitchFamily="49" charset="0"/>
                </a:rPr>
                <a:t>головним</a:t>
              </a:r>
              <a:r>
                <a:rPr lang="ru-RU" b="1" dirty="0">
                  <a:latin typeface="Courier New" panose="02070309020205020404" pitchFamily="49" charset="0"/>
                  <a:cs typeface="Courier New" panose="02070309020205020404" pitchFamily="49" charset="0"/>
                </a:rPr>
                <a:t> чином </a:t>
              </a:r>
              <a:r>
                <a:rPr lang="ru-RU" b="1" dirty="0" err="1">
                  <a:latin typeface="Courier New" panose="02070309020205020404" pitchFamily="49" charset="0"/>
                  <a:cs typeface="Courier New" panose="02070309020205020404" pitchFamily="49" charset="0"/>
                </a:rPr>
                <a:t>призначений</a:t>
              </a:r>
              <a:r>
                <a:rPr lang="ru-RU" b="1" dirty="0">
                  <a:latin typeface="Courier New" panose="02070309020205020404" pitchFamily="49" charset="0"/>
                  <a:cs typeface="Courier New" panose="02070309020205020404" pitchFamily="49" charset="0"/>
                </a:rPr>
                <a:t> для </a:t>
              </a:r>
              <a:r>
                <a:rPr lang="ru-RU" b="1" dirty="0" err="1">
                  <a:latin typeface="Courier New" panose="02070309020205020404" pitchFamily="49" charset="0"/>
                  <a:cs typeface="Courier New" panose="02070309020205020404" pitchFamily="49" charset="0"/>
                </a:rPr>
                <a:t>групування</a:t>
              </a:r>
              <a:r>
                <a:rPr lang="ru-RU" b="1" dirty="0">
                  <a:latin typeface="Courier New" panose="02070309020205020404" pitchFamily="49" charset="0"/>
                  <a:cs typeface="Courier New" panose="02070309020205020404" pitchFamily="49" charset="0"/>
                </a:rPr>
                <a:t> </a:t>
              </a:r>
              <a:r>
                <a:rPr lang="ru-RU" b="1" dirty="0" err="1">
                  <a:latin typeface="Courier New" panose="02070309020205020404" pitchFamily="49" charset="0"/>
                  <a:cs typeface="Courier New" panose="02070309020205020404" pitchFamily="49" charset="0"/>
                </a:rPr>
                <a:t>головних</a:t>
              </a:r>
              <a:r>
                <a:rPr lang="ru-RU" b="1" dirty="0">
                  <a:latin typeface="Courier New" panose="02070309020205020404" pitchFamily="49" charset="0"/>
                  <a:cs typeface="Courier New" panose="02070309020205020404" pitchFamily="49" charset="0"/>
                </a:rPr>
                <a:t> </a:t>
              </a:r>
              <a:r>
                <a:rPr lang="ru-RU" b="1" dirty="0" err="1">
                  <a:latin typeface="Courier New" panose="02070309020205020404" pitchFamily="49" charset="0"/>
                  <a:cs typeface="Courier New" panose="02070309020205020404" pitchFamily="49" charset="0"/>
                </a:rPr>
                <a:t>навігаційних</a:t>
              </a:r>
              <a:r>
                <a:rPr lang="ru-RU" b="1" dirty="0">
                  <a:latin typeface="Courier New" panose="02070309020205020404" pitchFamily="49" charset="0"/>
                  <a:cs typeface="Courier New" panose="02070309020205020404" pitchFamily="49" charset="0"/>
                </a:rPr>
                <a:t> </a:t>
              </a:r>
              <a:r>
                <a:rPr lang="ru-RU" b="1" dirty="0" err="1">
                  <a:latin typeface="Courier New" panose="02070309020205020404" pitchFamily="49" charset="0"/>
                  <a:cs typeface="Courier New" panose="02070309020205020404" pitchFamily="49" charset="0"/>
                </a:rPr>
                <a:t>блоків</a:t>
              </a:r>
              <a:r>
                <a:rPr lang="ru-RU" b="1" dirty="0">
                  <a:latin typeface="Courier New" panose="02070309020205020404" pitchFamily="49" charset="0"/>
                  <a:cs typeface="Courier New" panose="02070309020205020404" pitchFamily="49" charset="0"/>
                </a:rPr>
                <a:t>.</a:t>
              </a:r>
            </a:p>
            <a:p>
              <a:r>
                <a:rPr lang="ru-RU" b="1" dirty="0" err="1">
                  <a:latin typeface="Courier New" panose="02070309020205020404" pitchFamily="49" charset="0"/>
                  <a:cs typeface="Courier New" panose="02070309020205020404" pitchFamily="49" charset="0"/>
                </a:rPr>
                <a:t>Зокрема</a:t>
              </a:r>
              <a:r>
                <a:rPr lang="ru-RU" b="1" dirty="0">
                  <a:latin typeface="Courier New" panose="02070309020205020404" pitchFamily="49" charset="0"/>
                  <a:cs typeface="Courier New" panose="02070309020205020404" pitchFamily="49" charset="0"/>
                </a:rPr>
                <a:t>, </a:t>
              </a:r>
              <a:r>
                <a:rPr lang="ru-RU" b="1" dirty="0" err="1">
                  <a:latin typeface="Courier New" panose="02070309020205020404" pitchFamily="49" charset="0"/>
                  <a:cs typeface="Courier New" panose="02070309020205020404" pitchFamily="49" charset="0"/>
                </a:rPr>
                <a:t>підвали</a:t>
              </a:r>
              <a:r>
                <a:rPr lang="ru-RU" b="1" dirty="0">
                  <a:latin typeface="Courier New" panose="02070309020205020404" pitchFamily="49" charset="0"/>
                  <a:cs typeface="Courier New" panose="02070309020205020404" pitchFamily="49" charset="0"/>
                </a:rPr>
                <a:t> часто </a:t>
              </a:r>
              <a:r>
                <a:rPr lang="ru-RU" b="1" dirty="0" err="1">
                  <a:latin typeface="Courier New" panose="02070309020205020404" pitchFamily="49" charset="0"/>
                  <a:cs typeface="Courier New" panose="02070309020205020404" pitchFamily="49" charset="0"/>
                </a:rPr>
                <a:t>містять</a:t>
              </a:r>
              <a:r>
                <a:rPr lang="ru-RU" b="1" dirty="0">
                  <a:latin typeface="Courier New" panose="02070309020205020404" pitchFamily="49" charset="0"/>
                  <a:cs typeface="Courier New" panose="02070309020205020404" pitchFamily="49" charset="0"/>
                </a:rPr>
                <a:t> </a:t>
              </a:r>
              <a:r>
                <a:rPr lang="ru-RU" b="1" dirty="0" err="1">
                  <a:latin typeface="Courier New" panose="02070309020205020404" pitchFamily="49" charset="0"/>
                  <a:cs typeface="Courier New" panose="02070309020205020404" pitchFamily="49" charset="0"/>
                </a:rPr>
                <a:t>короткі</a:t>
              </a:r>
              <a:r>
                <a:rPr lang="ru-RU" b="1" dirty="0">
                  <a:latin typeface="Courier New" panose="02070309020205020404" pitchFamily="49" charset="0"/>
                  <a:cs typeface="Courier New" panose="02070309020205020404" pitchFamily="49" charset="0"/>
                </a:rPr>
                <a:t> списки </a:t>
              </a:r>
              <a:r>
                <a:rPr lang="ru-RU" b="1" dirty="0" err="1">
                  <a:latin typeface="Courier New" panose="02070309020205020404" pitchFamily="49" charset="0"/>
                  <a:cs typeface="Courier New" panose="02070309020205020404" pitchFamily="49" charset="0"/>
                </a:rPr>
                <a:t>посилань</a:t>
              </a:r>
              <a:r>
                <a:rPr lang="ru-RU" b="1" dirty="0">
                  <a:latin typeface="Courier New" panose="02070309020205020404" pitchFamily="49" charset="0"/>
                  <a:cs typeface="Courier New" panose="02070309020205020404" pitchFamily="49" charset="0"/>
                </a:rPr>
                <a:t> на </a:t>
              </a:r>
              <a:r>
                <a:rPr lang="ru-RU" b="1" dirty="0" err="1">
                  <a:latin typeface="Courier New" panose="02070309020205020404" pitchFamily="49" charset="0"/>
                  <a:cs typeface="Courier New" panose="02070309020205020404" pitchFamily="49" charset="0"/>
                </a:rPr>
                <a:t>різні</a:t>
              </a:r>
              <a:r>
                <a:rPr lang="ru-RU" b="1" dirty="0">
                  <a:latin typeface="Courier New" panose="02070309020205020404" pitchFamily="49" charset="0"/>
                  <a:cs typeface="Courier New" panose="02070309020205020404" pitchFamily="49" charset="0"/>
                </a:rPr>
                <a:t> </a:t>
              </a:r>
              <a:r>
                <a:rPr lang="ru-RU" b="1" dirty="0" err="1">
                  <a:latin typeface="Courier New" panose="02070309020205020404" pitchFamily="49" charset="0"/>
                  <a:cs typeface="Courier New" panose="02070309020205020404" pitchFamily="49" charset="0"/>
                </a:rPr>
                <a:t>частини</a:t>
              </a:r>
              <a:r>
                <a:rPr lang="ru-RU" b="1" dirty="0">
                  <a:latin typeface="Courier New" panose="02070309020205020404" pitchFamily="49" charset="0"/>
                  <a:cs typeface="Courier New" panose="02070309020205020404" pitchFamily="49" charset="0"/>
                </a:rPr>
                <a:t> сайту.</a:t>
              </a:r>
            </a:p>
            <a:p>
              <a:r>
                <a:rPr lang="ru-RU" b="1" dirty="0" err="1">
                  <a:latin typeface="Courier New" panose="02070309020205020404" pitchFamily="49" charset="0"/>
                  <a:cs typeface="Courier New" panose="02070309020205020404" pitchFamily="49" charset="0"/>
                </a:rPr>
                <a:t>Елементу</a:t>
              </a:r>
              <a:r>
                <a:rPr lang="ru-RU" b="1" dirty="0">
                  <a:latin typeface="Courier New" panose="02070309020205020404" pitchFamily="49" charset="0"/>
                  <a:cs typeface="Courier New" panose="02070309020205020404" pitchFamily="49" charset="0"/>
                </a:rPr>
                <a:t> </a:t>
              </a:r>
              <a:r>
                <a:rPr lang="ru-RU" b="1" dirty="0" err="1">
                  <a:latin typeface="Courier New" panose="02070309020205020404" pitchFamily="49" charset="0"/>
                  <a:cs typeface="Courier New" panose="02070309020205020404" pitchFamily="49" charset="0"/>
                </a:rPr>
                <a:t>footer</a:t>
              </a:r>
              <a:r>
                <a:rPr lang="ru-RU" b="1" dirty="0">
                  <a:latin typeface="Courier New" panose="02070309020205020404" pitchFamily="49" charset="0"/>
                  <a:cs typeface="Courier New" panose="02070309020205020404" pitchFamily="49" charset="0"/>
                </a:rPr>
                <a:t> </a:t>
              </a:r>
              <a:r>
                <a:rPr lang="ru-RU" b="1" dirty="0" err="1">
                  <a:latin typeface="Courier New" panose="02070309020205020404" pitchFamily="49" charset="0"/>
                  <a:cs typeface="Courier New" panose="02070309020205020404" pitchFamily="49" charset="0"/>
                </a:rPr>
                <a:t>цілком</a:t>
              </a:r>
              <a:r>
                <a:rPr lang="ru-RU" b="1" dirty="0">
                  <a:latin typeface="Courier New" panose="02070309020205020404" pitchFamily="49" charset="0"/>
                  <a:cs typeface="Courier New" panose="02070309020205020404" pitchFamily="49" charset="0"/>
                </a:rPr>
                <a:t> </a:t>
              </a:r>
              <a:r>
                <a:rPr lang="ru-RU" b="1" dirty="0" err="1">
                  <a:latin typeface="Courier New" panose="02070309020205020404" pitchFamily="49" charset="0"/>
                  <a:cs typeface="Courier New" panose="02070309020205020404" pitchFamily="49" charset="0"/>
                </a:rPr>
                <a:t>достатньо</a:t>
              </a:r>
              <a:r>
                <a:rPr lang="ru-RU" b="1" dirty="0">
                  <a:latin typeface="Courier New" panose="02070309020205020404" pitchFamily="49" charset="0"/>
                  <a:cs typeface="Courier New" panose="02070309020205020404" pitchFamily="49" charset="0"/>
                </a:rPr>
                <a:t> для </a:t>
              </a:r>
              <a:r>
                <a:rPr lang="ru-RU" b="1" dirty="0" err="1">
                  <a:latin typeface="Courier New" panose="02070309020205020404" pitchFamily="49" charset="0"/>
                  <a:cs typeface="Courier New" panose="02070309020205020404" pitchFamily="49" charset="0"/>
                </a:rPr>
                <a:t>угруповання</a:t>
              </a:r>
              <a:r>
                <a:rPr lang="ru-RU" b="1" dirty="0">
                  <a:latin typeface="Courier New" panose="02070309020205020404" pitchFamily="49" charset="0"/>
                  <a:cs typeface="Courier New" panose="02070309020205020404" pitchFamily="49" charset="0"/>
                </a:rPr>
                <a:t> такого роду </a:t>
              </a:r>
              <a:r>
                <a:rPr lang="ru-RU" b="1" dirty="0" err="1">
                  <a:latin typeface="Courier New" panose="02070309020205020404" pitchFamily="49" charset="0"/>
                  <a:cs typeface="Courier New" panose="02070309020205020404" pitchFamily="49" charset="0"/>
                </a:rPr>
                <a:t>посилань</a:t>
              </a:r>
              <a:r>
                <a:rPr lang="ru-RU" b="1" dirty="0">
                  <a:latin typeface="Courier New" panose="02070309020205020404" pitchFamily="49" charset="0"/>
                  <a:cs typeface="Courier New" panose="02070309020205020404" pitchFamily="49" charset="0"/>
                </a:rPr>
                <a:t>.</a:t>
              </a:r>
            </a:p>
          </p:txBody>
        </p:sp>
        <p:sp>
          <p:nvSpPr>
            <p:cNvPr id="13" name="TextBox 12"/>
            <p:cNvSpPr txBox="1"/>
            <p:nvPr/>
          </p:nvSpPr>
          <p:spPr>
            <a:xfrm>
              <a:off x="179512" y="292586"/>
              <a:ext cx="1828611" cy="400110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  <a:ln w="12700"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US" sz="2000" b="1" dirty="0">
                  <a:latin typeface="Courier New" panose="02070309020205020404" pitchFamily="49" charset="0"/>
                  <a:cs typeface="Courier New" panose="02070309020205020404" pitchFamily="49" charset="0"/>
                </a:rPr>
                <a:t>&lt;</a:t>
              </a:r>
              <a:r>
                <a:rPr lang="en-US" sz="2000" b="1" dirty="0" err="1">
                  <a:latin typeface="Courier New" panose="02070309020205020404" pitchFamily="49" charset="0"/>
                  <a:cs typeface="Courier New" panose="02070309020205020404" pitchFamily="49" charset="0"/>
                </a:rPr>
                <a:t>nav</a:t>
              </a:r>
              <a:r>
                <a:rPr lang="en-US" sz="2000" b="1" dirty="0">
                  <a:latin typeface="Courier New" panose="02070309020205020404" pitchFamily="49" charset="0"/>
                  <a:cs typeface="Courier New" panose="02070309020205020404" pitchFamily="49" charset="0"/>
                </a:rPr>
                <a:t>&gt;</a:t>
              </a:r>
              <a:endParaRPr lang="ru-RU" sz="2000" b="1" dirty="0"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</p:grpSp>
      <p:sp>
        <p:nvSpPr>
          <p:cNvPr id="2" name="TextBox 1"/>
          <p:cNvSpPr txBox="1"/>
          <p:nvPr/>
        </p:nvSpPr>
        <p:spPr>
          <a:xfrm>
            <a:off x="151101" y="4293096"/>
            <a:ext cx="8741379" cy="1477328"/>
          </a:xfrm>
          <a:prstGeom prst="rect">
            <a:avLst/>
          </a:prstGeom>
          <a:solidFill>
            <a:schemeClr val="bg1">
              <a:lumMod val="75000"/>
              <a:alpha val="27000"/>
            </a:schemeClr>
          </a:solidFill>
          <a:ln w="2857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ru-RU" b="1" dirty="0" err="1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Головні</a:t>
            </a:r>
            <a:r>
              <a:rPr lang="ru-RU" b="1" dirty="0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ru-RU" b="1" dirty="0" err="1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частини</a:t>
            </a:r>
            <a:r>
              <a:rPr lang="ru-RU" b="1" dirty="0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ru-RU" b="1" dirty="0" err="1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навігації</a:t>
            </a:r>
            <a:r>
              <a:rPr lang="ru-RU" b="1" dirty="0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сайту</a:t>
            </a:r>
          </a:p>
          <a:p>
            <a:r>
              <a:rPr lang="ru-RU" b="1" dirty="0">
                <a:latin typeface="Courier New" panose="02070309020205020404" pitchFamily="49" charset="0"/>
                <a:cs typeface="Courier New" panose="02070309020205020404" pitchFamily="49" charset="0"/>
              </a:rPr>
              <a:t>- </a:t>
            </a:r>
            <a:r>
              <a:rPr lang="ru-RU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найголовніша</a:t>
            </a:r>
            <a:r>
              <a:rPr lang="ru-RU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ru-RU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навігація</a:t>
            </a:r>
            <a:r>
              <a:rPr lang="ru-RU" b="1" dirty="0"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r>
              <a:rPr lang="ru-RU" b="1" dirty="0">
                <a:latin typeface="Courier New" panose="02070309020205020404" pitchFamily="49" charset="0"/>
                <a:cs typeface="Courier New" panose="02070309020205020404" pitchFamily="49" charset="0"/>
              </a:rPr>
              <a:t>- </a:t>
            </a:r>
            <a:r>
              <a:rPr lang="ru-RU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Пошук</a:t>
            </a:r>
            <a:r>
              <a:rPr lang="ru-RU" b="1" dirty="0">
                <a:latin typeface="Courier New" panose="02070309020205020404" pitchFamily="49" charset="0"/>
                <a:cs typeface="Courier New" panose="02070309020205020404" pitchFamily="49" charset="0"/>
              </a:rPr>
              <a:t> по сайту;</a:t>
            </a:r>
          </a:p>
          <a:p>
            <a:r>
              <a:rPr lang="ru-RU" b="1" dirty="0">
                <a:latin typeface="Courier New" panose="02070309020205020404" pitchFamily="49" charset="0"/>
                <a:cs typeface="Courier New" panose="02070309020205020404" pitchFamily="49" charset="0"/>
              </a:rPr>
              <a:t>- </a:t>
            </a:r>
            <a:r>
              <a:rPr lang="ru-RU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вторинна</a:t>
            </a:r>
            <a:r>
              <a:rPr lang="ru-RU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ru-RU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навігація</a:t>
            </a:r>
            <a:r>
              <a:rPr lang="ru-RU" b="1" dirty="0">
                <a:latin typeface="Courier New" panose="02070309020205020404" pitchFamily="49" charset="0"/>
                <a:cs typeface="Courier New" panose="02070309020205020404" pitchFamily="49" charset="0"/>
              </a:rPr>
              <a:t> (</a:t>
            </a:r>
            <a:r>
              <a:rPr lang="ru-RU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що</a:t>
            </a:r>
            <a:r>
              <a:rPr lang="ru-RU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ru-RU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спірно</a:t>
            </a:r>
            <a:r>
              <a:rPr lang="ru-RU" b="1" dirty="0">
                <a:latin typeface="Courier New" panose="02070309020205020404" pitchFamily="49" charset="0"/>
                <a:cs typeface="Courier New" panose="02070309020205020404" pitchFamily="49" charset="0"/>
              </a:rPr>
              <a:t>);</a:t>
            </a:r>
          </a:p>
          <a:p>
            <a:r>
              <a:rPr lang="ru-RU" b="1" dirty="0">
                <a:latin typeface="Courier New" panose="02070309020205020404" pitchFamily="49" charset="0"/>
                <a:cs typeface="Courier New" panose="02070309020205020404" pitchFamily="49" charset="0"/>
              </a:rPr>
              <a:t>- </a:t>
            </a:r>
            <a:r>
              <a:rPr lang="ru-RU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Внутрішня</a:t>
            </a:r>
            <a:r>
              <a:rPr lang="ru-RU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ru-RU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навігація</a:t>
            </a:r>
            <a:r>
              <a:rPr lang="ru-RU" b="1" dirty="0">
                <a:latin typeface="Courier New" panose="02070309020205020404" pitchFamily="49" charset="0"/>
                <a:cs typeface="Courier New" panose="02070309020205020404" pitchFamily="49" charset="0"/>
              </a:rPr>
              <a:t> (за </a:t>
            </a:r>
            <a:r>
              <a:rPr lang="ru-RU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довгою</a:t>
            </a:r>
            <a:r>
              <a:rPr lang="ru-RU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ru-RU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статтею</a:t>
            </a:r>
            <a:r>
              <a:rPr lang="ru-RU" b="1" dirty="0"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ru-RU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наприклад</a:t>
            </a:r>
            <a:r>
              <a:rPr lang="ru-RU" b="1" dirty="0">
                <a:latin typeface="Courier New" panose="02070309020205020404" pitchFamily="49" charset="0"/>
                <a:cs typeface="Courier New" panose="02070309020205020404" pitchFamily="49" charset="0"/>
              </a:rPr>
              <a:t>).</a:t>
            </a:r>
          </a:p>
        </p:txBody>
      </p:sp>
    </p:spTree>
    <p:extLst>
      <p:ext uri="{BB962C8B-B14F-4D97-AF65-F5344CB8AC3E}">
        <p14:creationId xmlns:p14="http://schemas.microsoft.com/office/powerpoint/2010/main" val="17688304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Группа 7"/>
          <p:cNvGrpSpPr/>
          <p:nvPr/>
        </p:nvGrpSpPr>
        <p:grpSpPr>
          <a:xfrm>
            <a:off x="107504" y="188640"/>
            <a:ext cx="8928992" cy="4370428"/>
            <a:chOff x="135915" y="292586"/>
            <a:chExt cx="8928992" cy="4370428"/>
          </a:xfrm>
        </p:grpSpPr>
        <p:sp>
          <p:nvSpPr>
            <p:cNvPr id="9" name="TextBox 8"/>
            <p:cNvSpPr txBox="1"/>
            <p:nvPr/>
          </p:nvSpPr>
          <p:spPr>
            <a:xfrm>
              <a:off x="135915" y="692696"/>
              <a:ext cx="8928992" cy="3970318"/>
            </a:xfrm>
            <a:prstGeom prst="rect">
              <a:avLst/>
            </a:prstGeom>
            <a:noFill/>
            <a:ln w="9525"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ru-RU" b="1" dirty="0" err="1">
                  <a:latin typeface="Courier New" panose="02070309020205020404" pitchFamily="49" charset="0"/>
                  <a:cs typeface="Courier New" panose="02070309020205020404" pitchFamily="49" charset="0"/>
                </a:rPr>
                <a:t>Це</a:t>
              </a:r>
              <a:r>
                <a:rPr lang="ru-RU" b="1" dirty="0">
                  <a:latin typeface="Courier New" panose="02070309020205020404" pitchFamily="49" charset="0"/>
                  <a:cs typeface="Courier New" panose="02070309020205020404" pitchFamily="49" charset="0"/>
                </a:rPr>
                <a:t> </a:t>
              </a:r>
              <a:r>
                <a:rPr lang="ru-RU" b="1" dirty="0" err="1">
                  <a:latin typeface="Courier New" panose="02070309020205020404" pitchFamily="49" charset="0"/>
                  <a:cs typeface="Courier New" panose="02070309020205020404" pitchFamily="49" charset="0"/>
                </a:rPr>
                <a:t>універсальний</a:t>
              </a:r>
              <a:r>
                <a:rPr lang="ru-RU" b="1" dirty="0">
                  <a:latin typeface="Courier New" panose="02070309020205020404" pitchFamily="49" charset="0"/>
                  <a:cs typeface="Courier New" panose="02070309020205020404" pitchFamily="49" charset="0"/>
                </a:rPr>
                <a:t> </a:t>
              </a:r>
              <a:r>
                <a:rPr lang="ru-RU" b="1" dirty="0" err="1">
                  <a:latin typeface="Courier New" panose="02070309020205020404" pitchFamily="49" charset="0"/>
                  <a:cs typeface="Courier New" panose="02070309020205020404" pitchFamily="49" charset="0"/>
                </a:rPr>
                <a:t>розділ</a:t>
              </a:r>
              <a:r>
                <a:rPr lang="ru-RU" b="1" dirty="0">
                  <a:latin typeface="Courier New" panose="02070309020205020404" pitchFamily="49" charset="0"/>
                  <a:cs typeface="Courier New" panose="02070309020205020404" pitchFamily="49" charset="0"/>
                </a:rPr>
                <a:t> документа </a:t>
              </a:r>
              <a:r>
                <a:rPr lang="ru-RU" b="1" dirty="0" err="1">
                  <a:latin typeface="Courier New" panose="02070309020205020404" pitchFamily="49" charset="0"/>
                  <a:cs typeface="Courier New" panose="02070309020205020404" pitchFamily="49" charset="0"/>
                </a:rPr>
                <a:t>чи</a:t>
              </a:r>
              <a:r>
                <a:rPr lang="ru-RU" b="1" dirty="0">
                  <a:latin typeface="Courier New" panose="02070309020205020404" pitchFamily="49" charset="0"/>
                  <a:cs typeface="Courier New" panose="02070309020205020404" pitchFamily="49" charset="0"/>
                </a:rPr>
                <a:t> </a:t>
              </a:r>
              <a:r>
                <a:rPr lang="ru-RU" b="1" dirty="0" err="1">
                  <a:latin typeface="Courier New" panose="02070309020205020404" pitchFamily="49" charset="0"/>
                  <a:cs typeface="Courier New" panose="02070309020205020404" pitchFamily="49" charset="0"/>
                </a:rPr>
                <a:t>програми</a:t>
              </a:r>
              <a:r>
                <a:rPr lang="ru-RU" b="1" dirty="0">
                  <a:latin typeface="Courier New" panose="02070309020205020404" pitchFamily="49" charset="0"/>
                  <a:cs typeface="Courier New" panose="02070309020205020404" pitchFamily="49" charset="0"/>
                </a:rPr>
                <a:t>, </a:t>
              </a:r>
              <a:r>
                <a:rPr lang="ru-RU" b="1" dirty="0" err="1">
                  <a:latin typeface="Courier New" panose="02070309020205020404" pitchFamily="49" charset="0"/>
                  <a:cs typeface="Courier New" panose="02070309020205020404" pitchFamily="49" charset="0"/>
                </a:rPr>
                <a:t>тематично</a:t>
              </a:r>
              <a:r>
                <a:rPr lang="ru-RU" b="1" dirty="0">
                  <a:latin typeface="Courier New" panose="02070309020205020404" pitchFamily="49" charset="0"/>
                  <a:cs typeface="Courier New" panose="02070309020205020404" pitchFamily="49" charset="0"/>
                </a:rPr>
                <a:t> </a:t>
              </a:r>
              <a:r>
                <a:rPr lang="ru-RU" b="1" dirty="0" err="1">
                  <a:latin typeface="Courier New" panose="02070309020205020404" pitchFamily="49" charset="0"/>
                  <a:cs typeface="Courier New" panose="02070309020205020404" pitchFamily="49" charset="0"/>
                </a:rPr>
                <a:t>однорідна</a:t>
              </a:r>
              <a:r>
                <a:rPr lang="ru-RU" b="1" dirty="0">
                  <a:latin typeface="Courier New" panose="02070309020205020404" pitchFamily="49" charset="0"/>
                  <a:cs typeface="Courier New" panose="02070309020205020404" pitchFamily="49" charset="0"/>
                </a:rPr>
                <a:t> </a:t>
              </a:r>
              <a:r>
                <a:rPr lang="ru-RU" b="1" dirty="0" err="1">
                  <a:latin typeface="Courier New" panose="02070309020205020404" pitchFamily="49" charset="0"/>
                  <a:cs typeface="Courier New" panose="02070309020205020404" pitchFamily="49" charset="0"/>
                </a:rPr>
                <a:t>частина</a:t>
              </a:r>
              <a:r>
                <a:rPr lang="ru-RU" b="1" dirty="0">
                  <a:latin typeface="Courier New" panose="02070309020205020404" pitchFamily="49" charset="0"/>
                  <a:cs typeface="Courier New" panose="02070309020205020404" pitchFamily="49" charset="0"/>
                </a:rPr>
                <a:t> документа, </a:t>
              </a:r>
              <a:r>
                <a:rPr lang="ru-RU" b="1" dirty="0" err="1">
                  <a:latin typeface="Courier New" panose="02070309020205020404" pitchFamily="49" charset="0"/>
                  <a:cs typeface="Courier New" panose="02070309020205020404" pitchFamily="49" charset="0"/>
                </a:rPr>
                <a:t>зазвичай</a:t>
              </a:r>
              <a:r>
                <a:rPr lang="ru-RU" b="1" dirty="0">
                  <a:latin typeface="Courier New" panose="02070309020205020404" pitchFamily="49" charset="0"/>
                  <a:cs typeface="Courier New" panose="02070309020205020404" pitchFamily="49" charset="0"/>
                </a:rPr>
                <a:t> </a:t>
              </a:r>
              <a:r>
                <a:rPr lang="ru-RU" b="1" dirty="0" err="1">
                  <a:latin typeface="Courier New" panose="02070309020205020404" pitchFamily="49" charset="0"/>
                  <a:cs typeface="Courier New" panose="02070309020205020404" pitchFamily="49" charset="0"/>
                </a:rPr>
                <a:t>має</a:t>
              </a:r>
              <a:r>
                <a:rPr lang="ru-RU" b="1" dirty="0">
                  <a:latin typeface="Courier New" panose="02070309020205020404" pitchFamily="49" charset="0"/>
                  <a:cs typeface="Courier New" panose="02070309020205020404" pitchFamily="49" charset="0"/>
                </a:rPr>
                <a:t> заголовок.</a:t>
              </a:r>
            </a:p>
            <a:p>
              <a:endParaRPr lang="ru-RU" b="1" dirty="0">
                <a:latin typeface="Courier New" panose="02070309020205020404" pitchFamily="49" charset="0"/>
                <a:cs typeface="Courier New" panose="02070309020205020404" pitchFamily="49" charset="0"/>
              </a:endParaRPr>
            </a:p>
            <a:p>
              <a:r>
                <a:rPr lang="ru-RU" b="1" dirty="0" err="1">
                  <a:latin typeface="Courier New" panose="02070309020205020404" pitchFamily="49" charset="0"/>
                  <a:cs typeface="Courier New" panose="02070309020205020404" pitchFamily="49" charset="0"/>
                </a:rPr>
                <a:t>Використовується</a:t>
              </a:r>
              <a:r>
                <a:rPr lang="ru-RU" b="1" dirty="0">
                  <a:latin typeface="Courier New" panose="02070309020205020404" pitchFamily="49" charset="0"/>
                  <a:cs typeface="Courier New" panose="02070309020205020404" pitchFamily="49" charset="0"/>
                </a:rPr>
                <a:t> для </a:t>
              </a:r>
              <a:r>
                <a:rPr lang="ru-RU" b="1" dirty="0" err="1">
                  <a:latin typeface="Courier New" panose="02070309020205020404" pitchFamily="49" charset="0"/>
                  <a:cs typeface="Courier New" panose="02070309020205020404" pitchFamily="49" charset="0"/>
                </a:rPr>
                <a:t>групування</a:t>
              </a:r>
              <a:r>
                <a:rPr lang="ru-RU" b="1" dirty="0">
                  <a:latin typeface="Courier New" panose="02070309020205020404" pitchFamily="49" charset="0"/>
                  <a:cs typeface="Courier New" panose="02070309020205020404" pitchFamily="49" charset="0"/>
                </a:rPr>
                <a:t> контенту </a:t>
              </a:r>
              <a:r>
                <a:rPr lang="ru-RU" b="1" dirty="0" err="1">
                  <a:latin typeface="Courier New" panose="02070309020205020404" pitchFamily="49" charset="0"/>
                  <a:cs typeface="Courier New" panose="02070309020205020404" pitchFamily="49" charset="0"/>
                </a:rPr>
                <a:t>загальної</a:t>
              </a:r>
              <a:r>
                <a:rPr lang="ru-RU" b="1" dirty="0">
                  <a:latin typeface="Courier New" panose="02070309020205020404" pitchFamily="49" charset="0"/>
                  <a:cs typeface="Courier New" panose="02070309020205020404" pitchFamily="49" charset="0"/>
                </a:rPr>
                <a:t> тематики, і </a:t>
              </a:r>
              <a:r>
                <a:rPr lang="ru-RU" b="1" dirty="0" err="1">
                  <a:latin typeface="Courier New" panose="02070309020205020404" pitchFamily="49" charset="0"/>
                  <a:cs typeface="Courier New" panose="02070309020205020404" pitchFamily="49" charset="0"/>
                </a:rPr>
                <a:t>зазвичай</a:t>
              </a:r>
              <a:r>
                <a:rPr lang="ru-RU" b="1" dirty="0">
                  <a:latin typeface="Courier New" panose="02070309020205020404" pitchFamily="49" charset="0"/>
                  <a:cs typeface="Courier New" panose="02070309020205020404" pitchFamily="49" charset="0"/>
                </a:rPr>
                <a:t> </a:t>
              </a:r>
              <a:r>
                <a:rPr lang="ru-RU" b="1" dirty="0" err="1">
                  <a:latin typeface="Courier New" panose="02070309020205020404" pitchFamily="49" charset="0"/>
                  <a:cs typeface="Courier New" panose="02070309020205020404" pitchFamily="49" charset="0"/>
                </a:rPr>
                <a:t>містить</a:t>
              </a:r>
              <a:r>
                <a:rPr lang="ru-RU" b="1" dirty="0">
                  <a:latin typeface="Courier New" panose="02070309020205020404" pitchFamily="49" charset="0"/>
                  <a:cs typeface="Courier New" panose="02070309020205020404" pitchFamily="49" charset="0"/>
                </a:rPr>
                <a:t> разом </a:t>
              </a:r>
              <a:r>
                <a:rPr lang="ru-RU" b="1" dirty="0" err="1">
                  <a:latin typeface="Courier New" panose="02070309020205020404" pitchFamily="49" charset="0"/>
                  <a:cs typeface="Courier New" panose="02070309020205020404" pitchFamily="49" charset="0"/>
                </a:rPr>
                <a:t>із</a:t>
              </a:r>
              <a:r>
                <a:rPr lang="ru-RU" b="1" dirty="0">
                  <a:latin typeface="Courier New" panose="02070309020205020404" pitchFamily="49" charset="0"/>
                  <a:cs typeface="Courier New" panose="02070309020205020404" pitchFamily="49" charset="0"/>
                </a:rPr>
                <a:t> контентом теги </a:t>
              </a:r>
              <a:r>
                <a:rPr lang="ru-RU" b="1" dirty="0" err="1">
                  <a:latin typeface="Courier New" panose="02070309020205020404" pitchFamily="49" charset="0"/>
                  <a:cs typeface="Courier New" panose="02070309020205020404" pitchFamily="49" charset="0"/>
                </a:rPr>
                <a:t>заголовків</a:t>
              </a:r>
              <a:r>
                <a:rPr lang="ru-RU" b="1" dirty="0">
                  <a:latin typeface="Courier New" panose="02070309020205020404" pitchFamily="49" charset="0"/>
                  <a:cs typeface="Courier New" panose="02070309020205020404" pitchFamily="49" charset="0"/>
                </a:rPr>
                <a:t>.</a:t>
              </a:r>
            </a:p>
            <a:p>
              <a:endParaRPr lang="ru-RU" b="1" dirty="0">
                <a:latin typeface="Courier New" panose="02070309020205020404" pitchFamily="49" charset="0"/>
                <a:cs typeface="Courier New" panose="02070309020205020404" pitchFamily="49" charset="0"/>
              </a:endParaRPr>
            </a:p>
            <a:p>
              <a:r>
                <a:rPr lang="ru-RU" b="1" dirty="0" err="1">
                  <a:latin typeface="Courier New" panose="02070309020205020404" pitchFamily="49" charset="0"/>
                  <a:cs typeface="Courier New" panose="02070309020205020404" pitchFamily="49" charset="0"/>
                </a:rPr>
                <a:t>Тобто</a:t>
              </a:r>
              <a:r>
                <a:rPr lang="ru-RU" b="1" dirty="0">
                  <a:latin typeface="Courier New" panose="02070309020205020404" pitchFamily="49" charset="0"/>
                  <a:cs typeface="Courier New" panose="02070309020205020404" pitchFamily="49" charset="0"/>
                </a:rPr>
                <a:t> в тег </a:t>
              </a:r>
              <a:r>
                <a:rPr lang="ru-RU" b="1" dirty="0">
                  <a:solidFill>
                    <a:srgbClr val="C00000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&lt;</a:t>
              </a:r>
              <a:r>
                <a:rPr lang="en-US" b="1" dirty="0">
                  <a:solidFill>
                    <a:srgbClr val="C00000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section&gt; </a:t>
              </a:r>
              <a:r>
                <a:rPr lang="ru-RU" b="1" dirty="0" err="1">
                  <a:latin typeface="Courier New" panose="02070309020205020404" pitchFamily="49" charset="0"/>
                  <a:cs typeface="Courier New" panose="02070309020205020404" pitchFamily="49" charset="0"/>
                </a:rPr>
                <a:t>вкладаються</a:t>
              </a:r>
              <a:r>
                <a:rPr lang="ru-RU" b="1" dirty="0">
                  <a:latin typeface="Courier New" panose="02070309020205020404" pitchFamily="49" charset="0"/>
                  <a:cs typeface="Courier New" panose="02070309020205020404" pitchFamily="49" charset="0"/>
                </a:rPr>
                <a:t> заголовки та контент, </a:t>
              </a:r>
              <a:r>
                <a:rPr lang="ru-RU" b="1" dirty="0" err="1">
                  <a:latin typeface="Courier New" panose="02070309020205020404" pitchFamily="49" charset="0"/>
                  <a:cs typeface="Courier New" panose="02070309020205020404" pitchFamily="49" charset="0"/>
                </a:rPr>
                <a:t>що</a:t>
              </a:r>
              <a:r>
                <a:rPr lang="ru-RU" b="1" dirty="0">
                  <a:latin typeface="Courier New" panose="02070309020205020404" pitchFamily="49" charset="0"/>
                  <a:cs typeface="Courier New" panose="02070309020205020404" pitchFamily="49" charset="0"/>
                </a:rPr>
                <a:t> </a:t>
              </a:r>
              <a:r>
                <a:rPr lang="ru-RU" b="1" dirty="0" err="1">
                  <a:latin typeface="Courier New" panose="02070309020205020404" pitchFamily="49" charset="0"/>
                  <a:cs typeface="Courier New" panose="02070309020205020404" pitchFamily="49" charset="0"/>
                </a:rPr>
                <a:t>мають</a:t>
              </a:r>
              <a:r>
                <a:rPr lang="ru-RU" b="1" dirty="0">
                  <a:latin typeface="Courier New" panose="02070309020205020404" pitchFamily="49" charset="0"/>
                  <a:cs typeface="Courier New" panose="02070309020205020404" pitchFamily="49" charset="0"/>
                </a:rPr>
                <a:t> </a:t>
              </a:r>
              <a:r>
                <a:rPr lang="ru-RU" b="1" dirty="0" err="1">
                  <a:latin typeface="Courier New" panose="02070309020205020404" pitchFamily="49" charset="0"/>
                  <a:cs typeface="Courier New" panose="02070309020205020404" pitchFamily="49" charset="0"/>
                </a:rPr>
                <a:t>прямий</a:t>
              </a:r>
              <a:r>
                <a:rPr lang="ru-RU" b="1" dirty="0">
                  <a:latin typeface="Courier New" panose="02070309020205020404" pitchFamily="49" charset="0"/>
                  <a:cs typeface="Courier New" panose="02070309020205020404" pitchFamily="49" charset="0"/>
                </a:rPr>
                <a:t> </a:t>
              </a:r>
              <a:r>
                <a:rPr lang="ru-RU" b="1" dirty="0" err="1">
                  <a:latin typeface="Courier New" panose="02070309020205020404" pitchFamily="49" charset="0"/>
                  <a:cs typeface="Courier New" panose="02070309020205020404" pitchFamily="49" charset="0"/>
                </a:rPr>
                <a:t>зв'язок</a:t>
              </a:r>
              <a:r>
                <a:rPr lang="ru-RU" b="1" dirty="0">
                  <a:latin typeface="Courier New" panose="02070309020205020404" pitchFamily="49" charset="0"/>
                  <a:cs typeface="Courier New" panose="02070309020205020404" pitchFamily="49" charset="0"/>
                </a:rPr>
                <a:t> один з одним – </a:t>
              </a:r>
              <a:r>
                <a:rPr lang="ru-RU" b="1" dirty="0" err="1">
                  <a:latin typeface="Courier New" panose="02070309020205020404" pitchFamily="49" charset="0"/>
                  <a:cs typeface="Courier New" panose="02070309020205020404" pitchFamily="49" charset="0"/>
                </a:rPr>
                <a:t>подібно</a:t>
              </a:r>
              <a:r>
                <a:rPr lang="ru-RU" b="1" dirty="0">
                  <a:latin typeface="Courier New" panose="02070309020205020404" pitchFamily="49" charset="0"/>
                  <a:cs typeface="Courier New" panose="02070309020205020404" pitchFamily="49" charset="0"/>
                </a:rPr>
                <a:t> до </a:t>
              </a:r>
              <a:r>
                <a:rPr lang="ru-RU" b="1" dirty="0" err="1">
                  <a:latin typeface="Courier New" panose="02070309020205020404" pitchFamily="49" charset="0"/>
                  <a:cs typeface="Courier New" panose="02070309020205020404" pitchFamily="49" charset="0"/>
                </a:rPr>
                <a:t>секцій</a:t>
              </a:r>
              <a:r>
                <a:rPr lang="ru-RU" b="1" dirty="0">
                  <a:latin typeface="Courier New" panose="02070309020205020404" pitchFamily="49" charset="0"/>
                  <a:cs typeface="Courier New" panose="02070309020205020404" pitchFamily="49" charset="0"/>
                </a:rPr>
                <a:t> у </a:t>
              </a:r>
              <a:r>
                <a:rPr lang="ru-RU" b="1" dirty="0" err="1">
                  <a:latin typeface="Courier New" panose="02070309020205020404" pitchFamily="49" charset="0"/>
                  <a:cs typeface="Courier New" panose="02070309020205020404" pitchFamily="49" charset="0"/>
                </a:rPr>
                <a:t>газеті</a:t>
              </a:r>
              <a:r>
                <a:rPr lang="ru-RU" b="1" dirty="0">
                  <a:latin typeface="Courier New" panose="02070309020205020404" pitchFamily="49" charset="0"/>
                  <a:cs typeface="Courier New" panose="02070309020205020404" pitchFamily="49" charset="0"/>
                </a:rPr>
                <a:t> </a:t>
              </a:r>
            </a:p>
            <a:p>
              <a:r>
                <a:rPr lang="ru-RU" b="1" dirty="0">
                  <a:latin typeface="Courier New" panose="02070309020205020404" pitchFamily="49" charset="0"/>
                  <a:cs typeface="Courier New" panose="02070309020205020404" pitchFamily="49" charset="0"/>
                </a:rPr>
                <a:t>(спорт, мода, </a:t>
              </a:r>
              <a:r>
                <a:rPr lang="ru-RU" b="1" dirty="0" err="1">
                  <a:latin typeface="Courier New" panose="02070309020205020404" pitchFamily="49" charset="0"/>
                  <a:cs typeface="Courier New" panose="02070309020205020404" pitchFamily="49" charset="0"/>
                </a:rPr>
                <a:t>тощо</a:t>
              </a:r>
              <a:r>
                <a:rPr lang="ru-RU" b="1" dirty="0">
                  <a:latin typeface="Courier New" panose="02070309020205020404" pitchFamily="49" charset="0"/>
                  <a:cs typeface="Courier New" panose="02070309020205020404" pitchFamily="49" charset="0"/>
                </a:rPr>
                <a:t>)</a:t>
              </a:r>
            </a:p>
            <a:p>
              <a:endParaRPr lang="ru-RU" b="1" dirty="0">
                <a:latin typeface="Courier New" panose="02070309020205020404" pitchFamily="49" charset="0"/>
                <a:cs typeface="Courier New" panose="02070309020205020404" pitchFamily="49" charset="0"/>
              </a:endParaRPr>
            </a:p>
            <a:p>
              <a:endParaRPr lang="ru-RU" b="1" dirty="0">
                <a:latin typeface="Courier New" panose="02070309020205020404" pitchFamily="49" charset="0"/>
                <a:cs typeface="Courier New" panose="02070309020205020404" pitchFamily="49" charset="0"/>
              </a:endParaRPr>
            </a:p>
            <a:p>
              <a:r>
                <a:rPr lang="ru-RU" b="1" dirty="0" err="1">
                  <a:latin typeface="Courier New" panose="02070309020205020404" pitchFamily="49" charset="0"/>
                  <a:cs typeface="Courier New" panose="02070309020205020404" pitchFamily="49" charset="0"/>
                </a:rPr>
                <a:t>Елемент</a:t>
              </a:r>
              <a:r>
                <a:rPr lang="ru-RU" b="1" dirty="0">
                  <a:latin typeface="Courier New" panose="02070309020205020404" pitchFamily="49" charset="0"/>
                  <a:cs typeface="Courier New" panose="02070309020205020404" pitchFamily="49" charset="0"/>
                </a:rPr>
                <a:t> </a:t>
              </a:r>
              <a:r>
                <a:rPr lang="en-US" b="1" dirty="0">
                  <a:latin typeface="Courier New" panose="02070309020205020404" pitchFamily="49" charset="0"/>
                  <a:cs typeface="Courier New" panose="02070309020205020404" pitchFamily="49" charset="0"/>
                </a:rPr>
                <a:t>section </a:t>
              </a:r>
              <a:r>
                <a:rPr lang="ru-RU" b="1" dirty="0" err="1">
                  <a:latin typeface="Courier New" panose="02070309020205020404" pitchFamily="49" charset="0"/>
                  <a:cs typeface="Courier New" panose="02070309020205020404" pitchFamily="49" charset="0"/>
                </a:rPr>
                <a:t>припускає</a:t>
              </a:r>
              <a:r>
                <a:rPr lang="ru-RU" b="1" dirty="0">
                  <a:latin typeface="Courier New" panose="02070309020205020404" pitchFamily="49" charset="0"/>
                  <a:cs typeface="Courier New" panose="02070309020205020404" pitchFamily="49" charset="0"/>
                </a:rPr>
                <a:t> </a:t>
              </a:r>
              <a:r>
                <a:rPr lang="ru-RU" b="1" dirty="0" err="1">
                  <a:latin typeface="Courier New" panose="02070309020205020404" pitchFamily="49" charset="0"/>
                  <a:cs typeface="Courier New" panose="02070309020205020404" pitchFamily="49" charset="0"/>
                </a:rPr>
                <a:t>вкладення</a:t>
              </a:r>
              <a:r>
                <a:rPr lang="ru-RU" b="1" dirty="0">
                  <a:latin typeface="Courier New" panose="02070309020205020404" pitchFamily="49" charset="0"/>
                  <a:cs typeface="Courier New" panose="02070309020205020404" pitchFamily="49" charset="0"/>
                </a:rPr>
                <a:t> </a:t>
              </a:r>
              <a:r>
                <a:rPr lang="ru-RU" b="1" dirty="0" err="1">
                  <a:latin typeface="Courier New" panose="02070309020205020404" pitchFamily="49" charset="0"/>
                  <a:cs typeface="Courier New" panose="02070309020205020404" pitchFamily="49" charset="0"/>
                </a:rPr>
                <a:t>інших</a:t>
              </a:r>
              <a:r>
                <a:rPr lang="ru-RU" b="1" dirty="0">
                  <a:latin typeface="Courier New" panose="02070309020205020404" pitchFamily="49" charset="0"/>
                  <a:cs typeface="Courier New" panose="02070309020205020404" pitchFamily="49" charset="0"/>
                </a:rPr>
                <a:t> </a:t>
              </a:r>
              <a:r>
                <a:rPr lang="ru-RU" b="1" dirty="0" err="1">
                  <a:latin typeface="Courier New" panose="02070309020205020404" pitchFamily="49" charset="0"/>
                  <a:cs typeface="Courier New" panose="02070309020205020404" pitchFamily="49" charset="0"/>
                </a:rPr>
                <a:t>елементів</a:t>
              </a:r>
              <a:r>
                <a:rPr lang="ru-RU" b="1" dirty="0">
                  <a:latin typeface="Courier New" panose="02070309020205020404" pitchFamily="49" charset="0"/>
                  <a:cs typeface="Courier New" panose="02070309020205020404" pitchFamily="49" charset="0"/>
                </a:rPr>
                <a:t> </a:t>
              </a:r>
              <a:r>
                <a:rPr lang="en-US" b="1" dirty="0">
                  <a:latin typeface="Courier New" panose="02070309020205020404" pitchFamily="49" charset="0"/>
                  <a:cs typeface="Courier New" panose="02070309020205020404" pitchFamily="49" charset="0"/>
                </a:rPr>
                <a:t>section. </a:t>
              </a:r>
              <a:r>
                <a:rPr lang="ru-RU" b="1" dirty="0" err="1">
                  <a:latin typeface="Courier New" panose="02070309020205020404" pitchFamily="49" charset="0"/>
                  <a:cs typeface="Courier New" panose="02070309020205020404" pitchFamily="49" charset="0"/>
                </a:rPr>
                <a:t>Наприклад</a:t>
              </a:r>
              <a:r>
                <a:rPr lang="ru-RU" b="1" dirty="0">
                  <a:latin typeface="Courier New" panose="02070309020205020404" pitchFamily="49" charset="0"/>
                  <a:cs typeface="Courier New" panose="02070309020205020404" pitchFamily="49" charset="0"/>
                </a:rPr>
                <a:t>, на </a:t>
              </a:r>
              <a:r>
                <a:rPr lang="ru-RU" b="1" dirty="0" err="1">
                  <a:latin typeface="Courier New" panose="02070309020205020404" pitchFamily="49" charset="0"/>
                  <a:cs typeface="Courier New" panose="02070309020205020404" pitchFamily="49" charset="0"/>
                </a:rPr>
                <a:t>сайті</a:t>
              </a:r>
              <a:r>
                <a:rPr lang="ru-RU" b="1" dirty="0">
                  <a:latin typeface="Courier New" panose="02070309020205020404" pitchFamily="49" charset="0"/>
                  <a:cs typeface="Courier New" panose="02070309020205020404" pitchFamily="49" charset="0"/>
                </a:rPr>
                <a:t> новин у </a:t>
              </a:r>
              <a:r>
                <a:rPr lang="ru-RU" b="1" dirty="0" err="1">
                  <a:latin typeface="Courier New" panose="02070309020205020404" pitchFamily="49" charset="0"/>
                  <a:cs typeface="Courier New" panose="02070309020205020404" pitchFamily="49" charset="0"/>
                </a:rPr>
                <a:t>розділі</a:t>
              </a:r>
              <a:r>
                <a:rPr lang="ru-RU" b="1" dirty="0">
                  <a:latin typeface="Courier New" panose="02070309020205020404" pitchFamily="49" charset="0"/>
                  <a:cs typeface="Courier New" panose="02070309020205020404" pitchFamily="49" charset="0"/>
                </a:rPr>
                <a:t> </a:t>
              </a:r>
              <a:r>
                <a:rPr lang="ru-RU" b="1" dirty="0" err="1">
                  <a:latin typeface="Courier New" panose="02070309020205020404" pitchFamily="49" charset="0"/>
                  <a:cs typeface="Courier New" panose="02070309020205020404" pitchFamily="49" charset="0"/>
                </a:rPr>
                <a:t>міжнародної</a:t>
              </a:r>
              <a:r>
                <a:rPr lang="ru-RU" b="1" dirty="0">
                  <a:latin typeface="Courier New" panose="02070309020205020404" pitchFamily="49" charset="0"/>
                  <a:cs typeface="Courier New" panose="02070309020205020404" pitchFamily="49" charset="0"/>
                </a:rPr>
                <a:t> </a:t>
              </a:r>
              <a:r>
                <a:rPr lang="ru-RU" b="1" dirty="0" err="1">
                  <a:latin typeface="Courier New" panose="02070309020205020404" pitchFamily="49" charset="0"/>
                  <a:cs typeface="Courier New" panose="02070309020205020404" pitchFamily="49" charset="0"/>
                </a:rPr>
                <a:t>політики</a:t>
              </a:r>
              <a:r>
                <a:rPr lang="ru-RU" b="1" dirty="0">
                  <a:latin typeface="Courier New" panose="02070309020205020404" pitchFamily="49" charset="0"/>
                  <a:cs typeface="Courier New" panose="02070309020205020404" pitchFamily="49" charset="0"/>
                </a:rPr>
                <a:t> </a:t>
              </a:r>
              <a:r>
                <a:rPr lang="ru-RU" b="1" dirty="0" err="1">
                  <a:latin typeface="Courier New" panose="02070309020205020404" pitchFamily="49" charset="0"/>
                  <a:cs typeface="Courier New" panose="02070309020205020404" pitchFamily="49" charset="0"/>
                </a:rPr>
                <a:t>можуть</a:t>
              </a:r>
              <a:r>
                <a:rPr lang="ru-RU" b="1" dirty="0">
                  <a:latin typeface="Courier New" panose="02070309020205020404" pitchFamily="49" charset="0"/>
                  <a:cs typeface="Courier New" panose="02070309020205020404" pitchFamily="49" charset="0"/>
                </a:rPr>
                <a:t> бути </a:t>
              </a:r>
              <a:r>
                <a:rPr lang="ru-RU" b="1" dirty="0" err="1">
                  <a:latin typeface="Courier New" panose="02070309020205020404" pitchFamily="49" charset="0"/>
                  <a:cs typeface="Courier New" panose="02070309020205020404" pitchFamily="49" charset="0"/>
                </a:rPr>
                <a:t>розділи</a:t>
              </a:r>
              <a:r>
                <a:rPr lang="ru-RU" b="1" dirty="0">
                  <a:latin typeface="Courier New" panose="02070309020205020404" pitchFamily="49" charset="0"/>
                  <a:cs typeface="Courier New" panose="02070309020205020404" pitchFamily="49" charset="0"/>
                </a:rPr>
                <a:t> для кожного глобального </a:t>
              </a:r>
              <a:r>
                <a:rPr lang="ru-RU" b="1" dirty="0" err="1">
                  <a:latin typeface="Courier New" panose="02070309020205020404" pitchFamily="49" charset="0"/>
                  <a:cs typeface="Courier New" panose="02070309020205020404" pitchFamily="49" charset="0"/>
                </a:rPr>
                <a:t>регіону</a:t>
              </a:r>
              <a:r>
                <a:rPr lang="ru-RU" b="1" dirty="0">
                  <a:latin typeface="Courier New" panose="02070309020205020404" pitchFamily="49" charset="0"/>
                  <a:cs typeface="Courier New" panose="02070309020205020404" pitchFamily="49" charset="0"/>
                </a:rPr>
                <a:t>.</a:t>
              </a:r>
            </a:p>
          </p:txBody>
        </p:sp>
        <p:sp>
          <p:nvSpPr>
            <p:cNvPr id="10" name="TextBox 9"/>
            <p:cNvSpPr txBox="1"/>
            <p:nvPr/>
          </p:nvSpPr>
          <p:spPr>
            <a:xfrm>
              <a:off x="135915" y="292586"/>
              <a:ext cx="1828611" cy="400110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  <a:ln w="12700"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US" sz="2000" b="1" dirty="0">
                  <a:latin typeface="Courier New" panose="02070309020205020404" pitchFamily="49" charset="0"/>
                  <a:cs typeface="Courier New" panose="02070309020205020404" pitchFamily="49" charset="0"/>
                </a:rPr>
                <a:t>&lt;section&gt;</a:t>
              </a:r>
              <a:endParaRPr lang="ru-RU" sz="2000" b="1" dirty="0"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82156940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Группа 4"/>
          <p:cNvGrpSpPr/>
          <p:nvPr/>
        </p:nvGrpSpPr>
        <p:grpSpPr>
          <a:xfrm>
            <a:off x="35496" y="44624"/>
            <a:ext cx="8928992" cy="2708434"/>
            <a:chOff x="135915" y="292586"/>
            <a:chExt cx="8928992" cy="2708434"/>
          </a:xfrm>
        </p:grpSpPr>
        <p:sp>
          <p:nvSpPr>
            <p:cNvPr id="6" name="TextBox 5"/>
            <p:cNvSpPr txBox="1"/>
            <p:nvPr/>
          </p:nvSpPr>
          <p:spPr>
            <a:xfrm>
              <a:off x="135915" y="692696"/>
              <a:ext cx="8928992" cy="2308324"/>
            </a:xfrm>
            <a:prstGeom prst="rect">
              <a:avLst/>
            </a:prstGeom>
            <a:noFill/>
            <a:ln w="9525"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ru-RU" b="1" dirty="0" err="1">
                  <a:latin typeface="Courier New" panose="02070309020205020404" pitchFamily="49" charset="0"/>
                  <a:cs typeface="Courier New" panose="02070309020205020404" pitchFamily="49" charset="0"/>
                </a:rPr>
                <a:t>Елемент</a:t>
              </a:r>
              <a:r>
                <a:rPr lang="ru-RU" b="1" dirty="0">
                  <a:latin typeface="Courier New" panose="02070309020205020404" pitchFamily="49" charset="0"/>
                  <a:cs typeface="Courier New" panose="02070309020205020404" pitchFamily="49" charset="0"/>
                </a:rPr>
                <a:t> є </a:t>
              </a:r>
              <a:r>
                <a:rPr lang="ru-RU" b="1" dirty="0" err="1">
                  <a:latin typeface="Courier New" panose="02070309020205020404" pitchFamily="49" charset="0"/>
                  <a:cs typeface="Courier New" panose="02070309020205020404" pitchFamily="49" charset="0"/>
                </a:rPr>
                <a:t>окремим</a:t>
              </a:r>
              <a:r>
                <a:rPr lang="ru-RU" b="1" dirty="0">
                  <a:latin typeface="Courier New" panose="02070309020205020404" pitchFamily="49" charset="0"/>
                  <a:cs typeface="Courier New" panose="02070309020205020404" pitchFamily="49" charset="0"/>
                </a:rPr>
                <a:t> компонентом </a:t>
              </a:r>
              <a:r>
                <a:rPr lang="ru-RU" b="1" dirty="0" err="1">
                  <a:latin typeface="Courier New" panose="02070309020205020404" pitchFamily="49" charset="0"/>
                  <a:cs typeface="Courier New" panose="02070309020205020404" pitchFamily="49" charset="0"/>
                </a:rPr>
                <a:t>сторінки</a:t>
              </a:r>
              <a:r>
                <a:rPr lang="ru-RU" b="1" dirty="0">
                  <a:latin typeface="Courier New" panose="02070309020205020404" pitchFamily="49" charset="0"/>
                  <a:cs typeface="Courier New" panose="02070309020205020404" pitchFamily="49" charset="0"/>
                </a:rPr>
                <a:t> документа, </a:t>
              </a:r>
              <a:r>
                <a:rPr lang="ru-RU" b="1" dirty="0" err="1">
                  <a:latin typeface="Courier New" panose="02070309020205020404" pitchFamily="49" charset="0"/>
                  <a:cs typeface="Courier New" panose="02070309020205020404" pitchFamily="49" charset="0"/>
                </a:rPr>
                <a:t>програми</a:t>
              </a:r>
              <a:r>
                <a:rPr lang="ru-RU" b="1" dirty="0">
                  <a:latin typeface="Courier New" panose="02070309020205020404" pitchFamily="49" charset="0"/>
                  <a:cs typeface="Courier New" panose="02070309020205020404" pitchFamily="49" charset="0"/>
                </a:rPr>
                <a:t> </a:t>
              </a:r>
              <a:r>
                <a:rPr lang="ru-RU" b="1" dirty="0" err="1">
                  <a:latin typeface="Courier New" panose="02070309020205020404" pitchFamily="49" charset="0"/>
                  <a:cs typeface="Courier New" panose="02070309020205020404" pitchFamily="49" charset="0"/>
                </a:rPr>
                <a:t>або</a:t>
              </a:r>
              <a:r>
                <a:rPr lang="ru-RU" b="1" dirty="0">
                  <a:latin typeface="Courier New" panose="02070309020205020404" pitchFamily="49" charset="0"/>
                  <a:cs typeface="Courier New" panose="02070309020205020404" pitchFamily="49" charset="0"/>
                </a:rPr>
                <a:t> сайту, </a:t>
              </a:r>
              <a:r>
                <a:rPr lang="ru-RU" b="1" dirty="0" err="1">
                  <a:latin typeface="Courier New" panose="02070309020205020404" pitchFamily="49" charset="0"/>
                  <a:cs typeface="Courier New" panose="02070309020205020404" pitchFamily="49" charset="0"/>
                </a:rPr>
                <a:t>призначений</a:t>
              </a:r>
              <a:r>
                <a:rPr lang="ru-RU" b="1" dirty="0">
                  <a:latin typeface="Courier New" panose="02070309020205020404" pitchFamily="49" charset="0"/>
                  <a:cs typeface="Courier New" panose="02070309020205020404" pitchFamily="49" charset="0"/>
                </a:rPr>
                <a:t> для незалежного </a:t>
              </a:r>
              <a:r>
                <a:rPr lang="ru-RU" b="1" dirty="0" err="1">
                  <a:latin typeface="Courier New" panose="02070309020205020404" pitchFamily="49" charset="0"/>
                  <a:cs typeface="Courier New" panose="02070309020205020404" pitchFamily="49" charset="0"/>
                </a:rPr>
                <a:t>поширення</a:t>
              </a:r>
              <a:r>
                <a:rPr lang="ru-RU" b="1" dirty="0">
                  <a:latin typeface="Courier New" panose="02070309020205020404" pitchFamily="49" charset="0"/>
                  <a:cs typeface="Courier New" panose="02070309020205020404" pitchFamily="49" charset="0"/>
                </a:rPr>
                <a:t> </a:t>
              </a:r>
              <a:r>
                <a:rPr lang="ru-RU" b="1" dirty="0" err="1">
                  <a:latin typeface="Courier New" panose="02070309020205020404" pitchFamily="49" charset="0"/>
                  <a:cs typeface="Courier New" panose="02070309020205020404" pitchFamily="49" charset="0"/>
                </a:rPr>
                <a:t>або</a:t>
              </a:r>
              <a:r>
                <a:rPr lang="ru-RU" b="1" dirty="0">
                  <a:latin typeface="Courier New" panose="02070309020205020404" pitchFamily="49" charset="0"/>
                  <a:cs typeface="Courier New" panose="02070309020205020404" pitchFamily="49" charset="0"/>
                </a:rPr>
                <a:t> </a:t>
              </a:r>
              <a:r>
                <a:rPr lang="ru-RU" b="1" dirty="0" err="1">
                  <a:latin typeface="Courier New" panose="02070309020205020404" pitchFamily="49" charset="0"/>
                  <a:cs typeface="Courier New" panose="02070309020205020404" pitchFamily="49" charset="0"/>
                </a:rPr>
                <a:t>багаторазового</a:t>
              </a:r>
              <a:r>
                <a:rPr lang="ru-RU" b="1" dirty="0">
                  <a:latin typeface="Courier New" panose="02070309020205020404" pitchFamily="49" charset="0"/>
                  <a:cs typeface="Courier New" panose="02070309020205020404" pitchFamily="49" charset="0"/>
                </a:rPr>
                <a:t> </a:t>
              </a:r>
              <a:r>
                <a:rPr lang="ru-RU" b="1" dirty="0" err="1">
                  <a:latin typeface="Courier New" panose="02070309020205020404" pitchFamily="49" charset="0"/>
                  <a:cs typeface="Courier New" panose="02070309020205020404" pitchFamily="49" charset="0"/>
                </a:rPr>
                <a:t>використання</a:t>
              </a:r>
              <a:r>
                <a:rPr lang="ru-RU" b="1" dirty="0">
                  <a:latin typeface="Courier New" panose="02070309020205020404" pitchFamily="49" charset="0"/>
                  <a:cs typeface="Courier New" panose="02070309020205020404" pitchFamily="49" charset="0"/>
                </a:rPr>
                <a:t>, </a:t>
              </a:r>
              <a:r>
                <a:rPr lang="ru-RU" b="1" dirty="0" err="1">
                  <a:latin typeface="Courier New" panose="02070309020205020404" pitchFamily="49" charset="0"/>
                  <a:cs typeface="Courier New" panose="02070309020205020404" pitchFamily="49" charset="0"/>
                </a:rPr>
                <a:t>наприклад</a:t>
              </a:r>
              <a:r>
                <a:rPr lang="ru-RU" b="1" dirty="0">
                  <a:latin typeface="Courier New" panose="02070309020205020404" pitchFamily="49" charset="0"/>
                  <a:cs typeface="Courier New" panose="02070309020205020404" pitchFamily="49" charset="0"/>
                </a:rPr>
                <a:t>, </a:t>
              </a:r>
              <a:r>
                <a:rPr lang="ru-RU" b="1" dirty="0" err="1">
                  <a:latin typeface="Courier New" panose="02070309020205020404" pitchFamily="49" charset="0"/>
                  <a:cs typeface="Courier New" panose="02070309020205020404" pitchFamily="49" charset="0"/>
                </a:rPr>
                <a:t>агрегування</a:t>
              </a:r>
              <a:r>
                <a:rPr lang="ru-RU" b="1" dirty="0">
                  <a:latin typeface="Courier New" panose="02070309020205020404" pitchFamily="49" charset="0"/>
                  <a:cs typeface="Courier New" panose="02070309020205020404" pitchFamily="49" charset="0"/>
                </a:rPr>
                <a:t>.</a:t>
              </a:r>
            </a:p>
            <a:p>
              <a:endParaRPr lang="en-US" b="1" dirty="0">
                <a:latin typeface="Courier New" panose="02070309020205020404" pitchFamily="49" charset="0"/>
                <a:cs typeface="Courier New" panose="02070309020205020404" pitchFamily="49" charset="0"/>
              </a:endParaRPr>
            </a:p>
            <a:p>
              <a:r>
                <a:rPr lang="ru-RU" b="1" dirty="0" err="1">
                  <a:latin typeface="Courier New" panose="02070309020205020404" pitchFamily="49" charset="0"/>
                  <a:cs typeface="Courier New" panose="02070309020205020404" pitchFamily="49" charset="0"/>
                </a:rPr>
                <a:t>Це</a:t>
              </a:r>
              <a:r>
                <a:rPr lang="ru-RU" b="1" dirty="0">
                  <a:latin typeface="Courier New" panose="02070309020205020404" pitchFamily="49" charset="0"/>
                  <a:cs typeface="Courier New" panose="02070309020205020404" pitchFamily="49" charset="0"/>
                </a:rPr>
                <a:t> </a:t>
              </a:r>
              <a:r>
                <a:rPr lang="ru-RU" b="1" dirty="0" err="1">
                  <a:latin typeface="Courier New" panose="02070309020205020404" pitchFamily="49" charset="0"/>
                  <a:cs typeface="Courier New" panose="02070309020205020404" pitchFamily="49" charset="0"/>
                </a:rPr>
                <a:t>може</a:t>
              </a:r>
              <a:r>
                <a:rPr lang="ru-RU" b="1" dirty="0">
                  <a:latin typeface="Courier New" panose="02070309020205020404" pitchFamily="49" charset="0"/>
                  <a:cs typeface="Courier New" panose="02070309020205020404" pitchFamily="49" charset="0"/>
                </a:rPr>
                <a:t> бути </a:t>
              </a:r>
              <a:r>
                <a:rPr lang="ru-RU" b="1" dirty="0" err="1">
                  <a:latin typeface="Courier New" panose="02070309020205020404" pitchFamily="49" charset="0"/>
                  <a:cs typeface="Courier New" panose="02070309020205020404" pitchFamily="49" charset="0"/>
                </a:rPr>
                <a:t>повідомлення</a:t>
              </a:r>
              <a:r>
                <a:rPr lang="ru-RU" b="1" dirty="0">
                  <a:latin typeface="Courier New" panose="02070309020205020404" pitchFamily="49" charset="0"/>
                  <a:cs typeface="Courier New" panose="02070309020205020404" pitchFamily="49" charset="0"/>
                </a:rPr>
                <a:t> на </a:t>
              </a:r>
              <a:r>
                <a:rPr lang="ru-RU" b="1" dirty="0" err="1">
                  <a:latin typeface="Courier New" panose="02070309020205020404" pitchFamily="49" charset="0"/>
                  <a:cs typeface="Courier New" panose="02070309020205020404" pitchFamily="49" charset="0"/>
                </a:rPr>
                <a:t>форумі</a:t>
              </a:r>
              <a:r>
                <a:rPr lang="ru-RU" b="1" dirty="0">
                  <a:latin typeface="Courier New" panose="02070309020205020404" pitchFamily="49" charset="0"/>
                  <a:cs typeface="Courier New" panose="02070309020205020404" pitchFamily="49" charset="0"/>
                </a:rPr>
                <a:t>, </a:t>
              </a:r>
              <a:r>
                <a:rPr lang="ru-RU" b="1" dirty="0" err="1">
                  <a:latin typeface="Courier New" panose="02070309020205020404" pitchFamily="49" charset="0"/>
                  <a:cs typeface="Courier New" panose="02070309020205020404" pitchFamily="49" charset="0"/>
                </a:rPr>
                <a:t>стаття</a:t>
              </a:r>
              <a:r>
                <a:rPr lang="ru-RU" b="1" dirty="0">
                  <a:latin typeface="Courier New" panose="02070309020205020404" pitchFamily="49" charset="0"/>
                  <a:cs typeface="Courier New" panose="02070309020205020404" pitchFamily="49" charset="0"/>
                </a:rPr>
                <a:t> в </a:t>
              </a:r>
              <a:r>
                <a:rPr lang="ru-RU" b="1" dirty="0" err="1">
                  <a:latin typeface="Courier New" panose="02070309020205020404" pitchFamily="49" charset="0"/>
                  <a:cs typeface="Courier New" panose="02070309020205020404" pitchFamily="49" charset="0"/>
                </a:rPr>
                <a:t>журналі</a:t>
              </a:r>
              <a:r>
                <a:rPr lang="ru-RU" b="1" dirty="0">
                  <a:latin typeface="Courier New" panose="02070309020205020404" pitchFamily="49" charset="0"/>
                  <a:cs typeface="Courier New" panose="02070309020205020404" pitchFamily="49" charset="0"/>
                </a:rPr>
                <a:t> </a:t>
              </a:r>
              <a:r>
                <a:rPr lang="ru-RU" b="1" dirty="0" err="1">
                  <a:latin typeface="Courier New" panose="02070309020205020404" pitchFamily="49" charset="0"/>
                  <a:cs typeface="Courier New" panose="02070309020205020404" pitchFamily="49" charset="0"/>
                </a:rPr>
                <a:t>або</a:t>
              </a:r>
              <a:r>
                <a:rPr lang="ru-RU" b="1" dirty="0">
                  <a:latin typeface="Courier New" panose="02070309020205020404" pitchFamily="49" charset="0"/>
                  <a:cs typeface="Courier New" panose="02070309020205020404" pitchFamily="49" charset="0"/>
                </a:rPr>
                <a:t> </a:t>
              </a:r>
              <a:r>
                <a:rPr lang="ru-RU" b="1" dirty="0" err="1">
                  <a:latin typeface="Courier New" panose="02070309020205020404" pitchFamily="49" charset="0"/>
                  <a:cs typeface="Courier New" panose="02070309020205020404" pitchFamily="49" charset="0"/>
                </a:rPr>
                <a:t>газеті</a:t>
              </a:r>
              <a:r>
                <a:rPr lang="ru-RU" b="1" dirty="0">
                  <a:latin typeface="Courier New" panose="02070309020205020404" pitchFamily="49" charset="0"/>
                  <a:cs typeface="Courier New" panose="02070309020205020404" pitchFamily="49" charset="0"/>
                </a:rPr>
                <a:t>, </a:t>
              </a:r>
              <a:r>
                <a:rPr lang="ru-RU" b="1" dirty="0" err="1">
                  <a:latin typeface="Courier New" panose="02070309020205020404" pitchFamily="49" charset="0"/>
                  <a:cs typeface="Courier New" panose="02070309020205020404" pitchFamily="49" charset="0"/>
                </a:rPr>
                <a:t>запис</a:t>
              </a:r>
              <a:r>
                <a:rPr lang="ru-RU" b="1" dirty="0">
                  <a:latin typeface="Courier New" panose="02070309020205020404" pitchFamily="49" charset="0"/>
                  <a:cs typeface="Courier New" panose="02070309020205020404" pitchFamily="49" charset="0"/>
                </a:rPr>
                <a:t> у </a:t>
              </a:r>
              <a:r>
                <a:rPr lang="ru-RU" b="1" dirty="0" err="1">
                  <a:latin typeface="Courier New" panose="02070309020205020404" pitchFamily="49" charset="0"/>
                  <a:cs typeface="Courier New" panose="02070309020205020404" pitchFamily="49" charset="0"/>
                </a:rPr>
                <a:t>блозі</a:t>
              </a:r>
              <a:r>
                <a:rPr lang="ru-RU" b="1" dirty="0">
                  <a:latin typeface="Courier New" panose="02070309020205020404" pitchFamily="49" charset="0"/>
                  <a:cs typeface="Courier New" panose="02070309020205020404" pitchFamily="49" charset="0"/>
                </a:rPr>
                <a:t>, </a:t>
              </a:r>
              <a:r>
                <a:rPr lang="ru-RU" b="1" dirty="0" err="1">
                  <a:latin typeface="Courier New" panose="02070309020205020404" pitchFamily="49" charset="0"/>
                  <a:cs typeface="Courier New" panose="02070309020205020404" pitchFamily="49" charset="0"/>
                </a:rPr>
                <a:t>коментар</a:t>
              </a:r>
              <a:r>
                <a:rPr lang="ru-RU" b="1" dirty="0">
                  <a:latin typeface="Courier New" panose="02070309020205020404" pitchFamily="49" charset="0"/>
                  <a:cs typeface="Courier New" panose="02070309020205020404" pitchFamily="49" charset="0"/>
                </a:rPr>
                <a:t> </a:t>
              </a:r>
              <a:r>
                <a:rPr lang="ru-RU" b="1" dirty="0" err="1">
                  <a:latin typeface="Courier New" panose="02070309020205020404" pitchFamily="49" charset="0"/>
                  <a:cs typeface="Courier New" panose="02070309020205020404" pitchFamily="49" charset="0"/>
                </a:rPr>
                <a:t>користувача</a:t>
              </a:r>
              <a:r>
                <a:rPr lang="ru-RU" b="1" dirty="0">
                  <a:latin typeface="Courier New" panose="02070309020205020404" pitchFamily="49" charset="0"/>
                  <a:cs typeface="Courier New" panose="02070309020205020404" pitchFamily="49" charset="0"/>
                </a:rPr>
                <a:t>, </a:t>
              </a:r>
              <a:r>
                <a:rPr lang="ru-RU" b="1" dirty="0" err="1">
                  <a:latin typeface="Courier New" panose="02070309020205020404" pitchFamily="49" charset="0"/>
                  <a:cs typeface="Courier New" panose="02070309020205020404" pitchFamily="49" charset="0"/>
                </a:rPr>
                <a:t>інтерактивний</a:t>
              </a:r>
              <a:r>
                <a:rPr lang="ru-RU" b="1" dirty="0">
                  <a:latin typeface="Courier New" panose="02070309020205020404" pitchFamily="49" charset="0"/>
                  <a:cs typeface="Courier New" panose="02070309020205020404" pitchFamily="49" charset="0"/>
                </a:rPr>
                <a:t> </a:t>
              </a:r>
              <a:r>
                <a:rPr lang="ru-RU" b="1" dirty="0" err="1">
                  <a:latin typeface="Courier New" panose="02070309020205020404" pitchFamily="49" charset="0"/>
                  <a:cs typeface="Courier New" panose="02070309020205020404" pitchFamily="49" charset="0"/>
                </a:rPr>
                <a:t>віджет</a:t>
              </a:r>
              <a:r>
                <a:rPr lang="ru-RU" b="1" dirty="0">
                  <a:latin typeface="Courier New" panose="02070309020205020404" pitchFamily="49" charset="0"/>
                  <a:cs typeface="Courier New" panose="02070309020205020404" pitchFamily="49" charset="0"/>
                </a:rPr>
                <a:t> </a:t>
              </a:r>
              <a:r>
                <a:rPr lang="ru-RU" b="1" dirty="0" err="1">
                  <a:latin typeface="Courier New" panose="02070309020205020404" pitchFamily="49" charset="0"/>
                  <a:cs typeface="Courier New" panose="02070309020205020404" pitchFamily="49" charset="0"/>
                </a:rPr>
                <a:t>або</a:t>
              </a:r>
              <a:r>
                <a:rPr lang="ru-RU" b="1" dirty="0">
                  <a:latin typeface="Courier New" panose="02070309020205020404" pitchFamily="49" charset="0"/>
                  <a:cs typeface="Courier New" panose="02070309020205020404" pitchFamily="49" charset="0"/>
                </a:rPr>
                <a:t> гаджет, а </a:t>
              </a:r>
              <a:r>
                <a:rPr lang="ru-RU" b="1" dirty="0" err="1">
                  <a:latin typeface="Courier New" panose="02070309020205020404" pitchFamily="49" charset="0"/>
                  <a:cs typeface="Courier New" panose="02070309020205020404" pitchFamily="49" charset="0"/>
                </a:rPr>
                <a:t>також</a:t>
              </a:r>
              <a:r>
                <a:rPr lang="ru-RU" b="1" dirty="0">
                  <a:latin typeface="Courier New" panose="02070309020205020404" pitchFamily="49" charset="0"/>
                  <a:cs typeface="Courier New" panose="02070309020205020404" pitchFamily="49" charset="0"/>
                </a:rPr>
                <a:t> будь-яка </a:t>
              </a:r>
              <a:r>
                <a:rPr lang="ru-RU" b="1" dirty="0" err="1">
                  <a:latin typeface="Courier New" panose="02070309020205020404" pitchFamily="49" charset="0"/>
                  <a:cs typeface="Courier New" panose="02070309020205020404" pitchFamily="49" charset="0"/>
                </a:rPr>
                <a:t>інша</a:t>
              </a:r>
              <a:r>
                <a:rPr lang="ru-RU" b="1" dirty="0">
                  <a:latin typeface="Courier New" panose="02070309020205020404" pitchFamily="49" charset="0"/>
                  <a:cs typeface="Courier New" panose="02070309020205020404" pitchFamily="49" charset="0"/>
                </a:rPr>
                <a:t> </a:t>
              </a:r>
              <a:r>
                <a:rPr lang="ru-RU" b="1" dirty="0" err="1">
                  <a:latin typeface="Courier New" panose="02070309020205020404" pitchFamily="49" charset="0"/>
                  <a:cs typeface="Courier New" panose="02070309020205020404" pitchFamily="49" charset="0"/>
                </a:rPr>
                <a:t>незалежна</a:t>
              </a:r>
              <a:r>
                <a:rPr lang="ru-RU" b="1" dirty="0">
                  <a:latin typeface="Courier New" panose="02070309020205020404" pitchFamily="49" charset="0"/>
                  <a:cs typeface="Courier New" panose="02070309020205020404" pitchFamily="49" charset="0"/>
                </a:rPr>
                <a:t> </a:t>
              </a:r>
              <a:r>
                <a:rPr lang="ru-RU" b="1" dirty="0" err="1">
                  <a:latin typeface="Courier New" panose="02070309020205020404" pitchFamily="49" charset="0"/>
                  <a:cs typeface="Courier New" panose="02070309020205020404" pitchFamily="49" charset="0"/>
                </a:rPr>
                <a:t>від</a:t>
              </a:r>
              <a:r>
                <a:rPr lang="ru-RU" b="1" dirty="0">
                  <a:latin typeface="Courier New" panose="02070309020205020404" pitchFamily="49" charset="0"/>
                  <a:cs typeface="Courier New" panose="02070309020205020404" pitchFamily="49" charset="0"/>
                </a:rPr>
                <a:t> </a:t>
              </a:r>
              <a:r>
                <a:rPr lang="ru-RU" b="1" dirty="0" err="1">
                  <a:latin typeface="Courier New" panose="02070309020205020404" pitchFamily="49" charset="0"/>
                  <a:cs typeface="Courier New" panose="02070309020205020404" pitchFamily="49" charset="0"/>
                </a:rPr>
                <a:t>навколишнього</a:t>
              </a:r>
              <a:r>
                <a:rPr lang="ru-RU" b="1" dirty="0">
                  <a:latin typeface="Courier New" panose="02070309020205020404" pitchFamily="49" charset="0"/>
                  <a:cs typeface="Courier New" panose="02070309020205020404" pitchFamily="49" charset="0"/>
                </a:rPr>
                <a:t> контенту </a:t>
              </a:r>
              <a:r>
                <a:rPr lang="ru-RU" b="1" dirty="0" err="1">
                  <a:latin typeface="Courier New" panose="02070309020205020404" pitchFamily="49" charset="0"/>
                  <a:cs typeface="Courier New" panose="02070309020205020404" pitchFamily="49" charset="0"/>
                </a:rPr>
                <a:t>одиниця</a:t>
              </a:r>
              <a:r>
                <a:rPr lang="ru-RU" b="1" dirty="0">
                  <a:latin typeface="Courier New" panose="02070309020205020404" pitchFamily="49" charset="0"/>
                  <a:cs typeface="Courier New" panose="02070309020205020404" pitchFamily="49" charset="0"/>
                </a:rPr>
                <a:t> контенту.</a:t>
              </a:r>
              <a:endParaRPr lang="en-US" b="1" dirty="0"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  <p:sp>
          <p:nvSpPr>
            <p:cNvPr id="7" name="TextBox 6"/>
            <p:cNvSpPr txBox="1"/>
            <p:nvPr/>
          </p:nvSpPr>
          <p:spPr>
            <a:xfrm>
              <a:off x="135915" y="292586"/>
              <a:ext cx="1828611" cy="400110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  <a:ln w="12700"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US" sz="2000" b="1" dirty="0">
                  <a:latin typeface="Courier New" panose="02070309020205020404" pitchFamily="49" charset="0"/>
                  <a:cs typeface="Courier New" panose="02070309020205020404" pitchFamily="49" charset="0"/>
                </a:rPr>
                <a:t>&lt;article&gt;</a:t>
              </a:r>
              <a:endParaRPr lang="ru-RU" sz="2000" b="1" dirty="0"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75382185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/>
          <p:cNvSpPr txBox="1"/>
          <p:nvPr/>
        </p:nvSpPr>
        <p:spPr>
          <a:xfrm>
            <a:off x="179512" y="332656"/>
            <a:ext cx="8712968" cy="4247317"/>
          </a:xfrm>
          <a:prstGeom prst="rect">
            <a:avLst/>
          </a:prstGeom>
          <a:solidFill>
            <a:schemeClr val="bg1">
              <a:lumMod val="95000"/>
            </a:schemeClr>
          </a:solidFill>
          <a:ln w="1905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ru-RU" b="1" i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Щоб</a:t>
            </a:r>
            <a:r>
              <a:rPr lang="ru-RU" b="1" i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ru-RU" b="1" i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вирішити</a:t>
            </a:r>
            <a:r>
              <a:rPr lang="ru-RU" b="1" i="1" dirty="0"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ru-RU" b="1" i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який</a:t>
            </a:r>
            <a:r>
              <a:rPr lang="ru-RU" b="1" i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ru-RU" b="1" i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із</a:t>
            </a:r>
            <a:r>
              <a:rPr lang="ru-RU" b="1" i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ru-RU" b="1" i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цих</a:t>
            </a:r>
            <a:r>
              <a:rPr lang="ru-RU" b="1" i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ru-RU" b="1" i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трьох</a:t>
            </a:r>
            <a:r>
              <a:rPr lang="ru-RU" b="1" i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ru-RU" b="1" i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елементів</a:t>
            </a:r>
            <a:r>
              <a:rPr lang="ru-RU" b="1" i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ru-RU" b="1" i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використовувати</a:t>
            </a:r>
            <a:r>
              <a:rPr lang="ru-RU" b="1" i="1" dirty="0">
                <a:latin typeface="Courier New" panose="02070309020205020404" pitchFamily="49" charset="0"/>
                <a:cs typeface="Courier New" panose="02070309020205020404" pitchFamily="49" charset="0"/>
              </a:rPr>
              <a:t>, треба </a:t>
            </a:r>
            <a:r>
              <a:rPr lang="ru-RU" b="1" i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визначити</a:t>
            </a:r>
            <a:endParaRPr lang="ru-RU" b="1" i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endParaRPr lang="ru-RU" b="1" i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ru-RU" b="1" i="1" dirty="0">
                <a:latin typeface="Courier New" panose="02070309020205020404" pitchFamily="49" charset="0"/>
                <a:cs typeface="Courier New" panose="02070309020205020404" pitchFamily="49" charset="0"/>
              </a:rPr>
              <a:t>- </a:t>
            </a:r>
            <a:r>
              <a:rPr lang="ru-RU" i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чи</a:t>
            </a:r>
            <a:r>
              <a:rPr lang="ru-RU" i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ru-RU" i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можна</a:t>
            </a:r>
            <a:r>
              <a:rPr lang="ru-RU" i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ru-RU" i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розмістити</a:t>
            </a:r>
            <a:r>
              <a:rPr lang="ru-RU" i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ru-RU" i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цей</a:t>
            </a:r>
            <a:r>
              <a:rPr lang="ru-RU" i="1" dirty="0">
                <a:latin typeface="Courier New" panose="02070309020205020404" pitchFamily="49" charset="0"/>
                <a:cs typeface="Courier New" panose="02070309020205020404" pitchFamily="49" charset="0"/>
              </a:rPr>
              <a:t> контент як </a:t>
            </a:r>
            <a:r>
              <a:rPr lang="ru-RU" i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самостійну</a:t>
            </a:r>
            <a:endParaRPr lang="ru-RU" i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ru-RU" i="1" dirty="0">
                <a:latin typeface="Courier New" panose="02070309020205020404" pitchFamily="49" charset="0"/>
                <a:cs typeface="Courier New" panose="02070309020205020404" pitchFamily="49" charset="0"/>
              </a:rPr>
              <a:t>     </a:t>
            </a:r>
            <a:r>
              <a:rPr lang="ru-RU" i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одиницю</a:t>
            </a:r>
            <a:r>
              <a:rPr lang="ru-RU" i="1" dirty="0">
                <a:latin typeface="Courier New" panose="02070309020205020404" pitchFamily="49" charset="0"/>
                <a:cs typeface="Courier New" panose="02070309020205020404" pitchFamily="49" charset="0"/>
              </a:rPr>
              <a:t> у </a:t>
            </a:r>
            <a:r>
              <a:rPr lang="en-US" i="1" dirty="0">
                <a:latin typeface="Courier New" panose="02070309020205020404" pitchFamily="49" charset="0"/>
                <a:cs typeface="Courier New" panose="02070309020205020404" pitchFamily="49" charset="0"/>
              </a:rPr>
              <a:t>RSS-feed?</a:t>
            </a:r>
          </a:p>
          <a:p>
            <a:r>
              <a:rPr lang="en-US" i="1" dirty="0">
                <a:latin typeface="Courier New" panose="02070309020205020404" pitchFamily="49" charset="0"/>
                <a:cs typeface="Courier New" panose="02070309020205020404" pitchFamily="49" charset="0"/>
              </a:rPr>
              <a:t>   - </a:t>
            </a:r>
            <a:r>
              <a:rPr lang="ru-RU" i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Чи</a:t>
            </a:r>
            <a:r>
              <a:rPr lang="ru-RU" i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ru-RU" i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може</a:t>
            </a:r>
            <a:r>
              <a:rPr lang="ru-RU" i="1" dirty="0">
                <a:latin typeface="Courier New" panose="02070309020205020404" pitchFamily="49" charset="0"/>
                <a:cs typeface="Courier New" panose="02070309020205020404" pitchFamily="49" charset="0"/>
              </a:rPr>
              <a:t> контент </a:t>
            </a:r>
            <a:r>
              <a:rPr lang="ru-RU" i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переопублікований</a:t>
            </a:r>
            <a:r>
              <a:rPr lang="ru-RU" i="1" dirty="0">
                <a:latin typeface="Courier New" panose="02070309020205020404" pitchFamily="49" charset="0"/>
                <a:cs typeface="Courier New" panose="02070309020205020404" pitchFamily="49" charset="0"/>
              </a:rPr>
              <a:t> без </a:t>
            </a:r>
            <a:r>
              <a:rPr lang="ru-RU" i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втрати</a:t>
            </a:r>
            <a:r>
              <a:rPr lang="ru-RU" i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ru-RU" i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змісту</a:t>
            </a:r>
            <a:r>
              <a:rPr lang="ru-RU" i="1" dirty="0">
                <a:latin typeface="Courier New" panose="02070309020205020404" pitchFamily="49" charset="0"/>
                <a:cs typeface="Courier New" panose="02070309020205020404" pitchFamily="49" charset="0"/>
              </a:rPr>
              <a:t>?</a:t>
            </a:r>
          </a:p>
          <a:p>
            <a:r>
              <a:rPr lang="ru-RU" i="1" dirty="0">
                <a:latin typeface="Courier New" panose="02070309020205020404" pitchFamily="49" charset="0"/>
                <a:cs typeface="Courier New" panose="02070309020205020404" pitchFamily="49" charset="0"/>
              </a:rPr>
              <a:t>   - </a:t>
            </a:r>
            <a:r>
              <a:rPr lang="ru-RU" i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чи</a:t>
            </a:r>
            <a:r>
              <a:rPr lang="ru-RU" i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ru-RU" i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зрозумілий</a:t>
            </a:r>
            <a:r>
              <a:rPr lang="ru-RU" i="1" dirty="0">
                <a:latin typeface="Courier New" panose="02070309020205020404" pitchFamily="49" charset="0"/>
                <a:cs typeface="Courier New" panose="02070309020205020404" pitchFamily="49" charset="0"/>
              </a:rPr>
              <a:t> контент без </a:t>
            </a:r>
            <a:r>
              <a:rPr lang="ru-RU" i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іншої</a:t>
            </a:r>
            <a:r>
              <a:rPr lang="ru-RU" i="1" dirty="0"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ru-RU" i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що</a:t>
            </a:r>
            <a:r>
              <a:rPr lang="ru-RU" i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ru-RU" i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оточує</a:t>
            </a:r>
            <a:r>
              <a:rPr lang="ru-RU" i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ru-RU" i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його</a:t>
            </a:r>
            <a:r>
              <a:rPr lang="ru-RU" i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ru-RU" i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частини</a:t>
            </a:r>
            <a:endParaRPr lang="ru-RU" i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ru-RU" i="1" dirty="0">
                <a:latin typeface="Courier New" panose="02070309020205020404" pitchFamily="49" charset="0"/>
                <a:cs typeface="Courier New" panose="02070309020205020404" pitchFamily="49" charset="0"/>
              </a:rPr>
              <a:t>     </a:t>
            </a:r>
            <a:r>
              <a:rPr lang="ru-RU" i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сторінки</a:t>
            </a:r>
            <a:r>
              <a:rPr lang="ru-RU" i="1" dirty="0">
                <a:latin typeface="Courier New" panose="02070309020205020404" pitchFamily="49" charset="0"/>
                <a:cs typeface="Courier New" panose="02070309020205020404" pitchFamily="49" charset="0"/>
              </a:rPr>
              <a:t>?</a:t>
            </a:r>
          </a:p>
          <a:p>
            <a:r>
              <a:rPr lang="ru-RU" i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Якщо</a:t>
            </a:r>
            <a:r>
              <a:rPr lang="ru-RU" i="1" dirty="0">
                <a:latin typeface="Courier New" panose="02070309020205020404" pitchFamily="49" charset="0"/>
                <a:cs typeface="Courier New" panose="02070309020205020404" pitchFamily="49" charset="0"/>
              </a:rPr>
              <a:t> так - </a:t>
            </a:r>
            <a:r>
              <a:rPr lang="ru-RU" i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використовувати</a:t>
            </a:r>
            <a:r>
              <a:rPr lang="ru-RU" i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ru-RU" b="1" i="1" dirty="0">
                <a:latin typeface="Courier New" panose="02070309020205020404" pitchFamily="49" charset="0"/>
                <a:cs typeface="Courier New" panose="02070309020205020404" pitchFamily="49" charset="0"/>
              </a:rPr>
              <a:t>&lt;</a:t>
            </a:r>
            <a:r>
              <a:rPr lang="en-US" b="1" i="1" dirty="0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article</a:t>
            </a:r>
            <a:r>
              <a:rPr lang="en-US" b="1" i="1" dirty="0">
                <a:latin typeface="Courier New" panose="02070309020205020404" pitchFamily="49" charset="0"/>
                <a:cs typeface="Courier New" panose="02070309020205020404" pitchFamily="49" charset="0"/>
              </a:rPr>
              <a:t>&gt;</a:t>
            </a:r>
          </a:p>
          <a:p>
            <a:endParaRPr lang="en-US" b="1" i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b="1" i="1" dirty="0">
                <a:latin typeface="Courier New" panose="02070309020205020404" pitchFamily="49" charset="0"/>
                <a:cs typeface="Courier New" panose="02070309020205020404" pitchFamily="49" charset="0"/>
              </a:rPr>
              <a:t>2. </a:t>
            </a:r>
            <a:r>
              <a:rPr lang="ru-RU" i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Чи</a:t>
            </a:r>
            <a:r>
              <a:rPr lang="ru-RU" i="1" dirty="0">
                <a:latin typeface="Courier New" panose="02070309020205020404" pitchFamily="49" charset="0"/>
                <a:cs typeface="Courier New" panose="02070309020205020404" pitchFamily="49" charset="0"/>
              </a:rPr>
              <a:t> є контент </a:t>
            </a:r>
            <a:r>
              <a:rPr lang="ru-RU" i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взаємопов'язаним</a:t>
            </a:r>
            <a:r>
              <a:rPr lang="ru-RU" i="1" dirty="0">
                <a:latin typeface="Courier New" panose="02070309020205020404" pitchFamily="49" charset="0"/>
                <a:cs typeface="Courier New" panose="02070309020205020404" pitchFamily="49" charset="0"/>
              </a:rPr>
              <a:t>?</a:t>
            </a:r>
          </a:p>
          <a:p>
            <a:r>
              <a:rPr lang="ru-RU" i="1" dirty="0">
                <a:latin typeface="Courier New" panose="02070309020205020404" pitchFamily="49" charset="0"/>
                <a:cs typeface="Courier New" panose="02070309020205020404" pitchFamily="49" charset="0"/>
              </a:rPr>
              <a:t>   </a:t>
            </a:r>
            <a:r>
              <a:rPr lang="ru-RU" i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Якщо</a:t>
            </a:r>
            <a:r>
              <a:rPr lang="ru-RU" i="1" dirty="0">
                <a:latin typeface="Courier New" panose="02070309020205020404" pitchFamily="49" charset="0"/>
                <a:cs typeface="Courier New" panose="02070309020205020404" pitchFamily="49" charset="0"/>
              </a:rPr>
              <a:t> так - </a:t>
            </a:r>
            <a:r>
              <a:rPr lang="ru-RU" i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використовувати</a:t>
            </a:r>
            <a:r>
              <a:rPr lang="ru-RU" i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ru-RU" b="1" i="1" dirty="0">
                <a:latin typeface="Courier New" panose="02070309020205020404" pitchFamily="49" charset="0"/>
                <a:cs typeface="Courier New" panose="02070309020205020404" pitchFamily="49" charset="0"/>
              </a:rPr>
              <a:t>&lt;</a:t>
            </a:r>
            <a:r>
              <a:rPr lang="en-US" b="1" i="1" dirty="0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section</a:t>
            </a:r>
            <a:r>
              <a:rPr lang="en-US" b="1" i="1" dirty="0">
                <a:latin typeface="Courier New" panose="02070309020205020404" pitchFamily="49" charset="0"/>
                <a:cs typeface="Courier New" panose="02070309020205020404" pitchFamily="49" charset="0"/>
              </a:rPr>
              <a:t>&gt;</a:t>
            </a:r>
          </a:p>
          <a:p>
            <a:endParaRPr lang="en-US" b="1" i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b="1" i="1" dirty="0">
                <a:latin typeface="Courier New" panose="02070309020205020404" pitchFamily="49" charset="0"/>
                <a:cs typeface="Courier New" panose="02070309020205020404" pitchFamily="49" charset="0"/>
              </a:rPr>
              <a:t>3.</a:t>
            </a:r>
            <a:r>
              <a:rPr lang="ru-RU" i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Якщо</a:t>
            </a:r>
            <a:r>
              <a:rPr lang="ru-RU" i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ru-RU" i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семантичного</a:t>
            </a:r>
            <a:r>
              <a:rPr lang="ru-RU" i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ru-RU" i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взаємозв'язку</a:t>
            </a:r>
            <a:r>
              <a:rPr lang="ru-RU" i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ru-RU" i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немає</a:t>
            </a:r>
            <a:r>
              <a:rPr lang="ru-RU" i="1" dirty="0">
                <a:latin typeface="Courier New" panose="02070309020205020404" pitchFamily="49" charset="0"/>
                <a:cs typeface="Courier New" panose="02070309020205020404" pitchFamily="49" charset="0"/>
              </a:rPr>
              <a:t> - </a:t>
            </a:r>
            <a:r>
              <a:rPr lang="ru-RU" i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використовувати</a:t>
            </a:r>
            <a:r>
              <a:rPr lang="ru-RU" b="1" i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</a:p>
          <a:p>
            <a:r>
              <a:rPr lang="ru-RU" b="1" i="1" dirty="0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ru-RU" b="1" dirty="0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&lt;</a:t>
            </a:r>
            <a:r>
              <a:rPr lang="ru-RU" b="1" dirty="0" err="1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div</a:t>
            </a:r>
            <a:r>
              <a:rPr lang="ru-RU" b="1" dirty="0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&gt;</a:t>
            </a:r>
          </a:p>
        </p:txBody>
      </p:sp>
    </p:spTree>
    <p:extLst>
      <p:ext uri="{BB962C8B-B14F-4D97-AF65-F5344CB8AC3E}">
        <p14:creationId xmlns:p14="http://schemas.microsoft.com/office/powerpoint/2010/main" val="51942905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Группа 3"/>
          <p:cNvGrpSpPr/>
          <p:nvPr/>
        </p:nvGrpSpPr>
        <p:grpSpPr>
          <a:xfrm>
            <a:off x="135915" y="332656"/>
            <a:ext cx="8928992" cy="2671266"/>
            <a:chOff x="135915" y="329754"/>
            <a:chExt cx="8928992" cy="2671266"/>
          </a:xfrm>
        </p:grpSpPr>
        <p:sp>
          <p:nvSpPr>
            <p:cNvPr id="2" name="TextBox 1"/>
            <p:cNvSpPr txBox="1"/>
            <p:nvPr/>
          </p:nvSpPr>
          <p:spPr>
            <a:xfrm>
              <a:off x="135915" y="692696"/>
              <a:ext cx="8928992" cy="2308324"/>
            </a:xfrm>
            <a:prstGeom prst="rect">
              <a:avLst/>
            </a:prstGeom>
            <a:noFill/>
            <a:ln w="9525"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ru-RU" b="1" dirty="0" err="1">
                  <a:latin typeface="Courier New" panose="02070309020205020404" pitchFamily="49" charset="0"/>
                  <a:cs typeface="Courier New" panose="02070309020205020404" pitchFamily="49" charset="0"/>
                </a:rPr>
                <a:t>Елемент</a:t>
              </a:r>
              <a:r>
                <a:rPr lang="ru-RU" b="1" dirty="0">
                  <a:latin typeface="Courier New" panose="02070309020205020404" pitchFamily="49" charset="0"/>
                  <a:cs typeface="Courier New" panose="02070309020205020404" pitchFamily="49" charset="0"/>
                </a:rPr>
                <a:t> </a:t>
              </a:r>
              <a:r>
                <a:rPr lang="ru-RU" b="1" dirty="0" err="1">
                  <a:latin typeface="Courier New" panose="02070309020205020404" pitchFamily="49" charset="0"/>
                  <a:cs typeface="Courier New" panose="02070309020205020404" pitchFamily="49" charset="0"/>
                </a:rPr>
                <a:t>являє</a:t>
              </a:r>
              <a:r>
                <a:rPr lang="ru-RU" b="1" dirty="0">
                  <a:latin typeface="Courier New" panose="02070309020205020404" pitchFamily="49" charset="0"/>
                  <a:cs typeface="Courier New" panose="02070309020205020404" pitchFamily="49" charset="0"/>
                </a:rPr>
                <a:t> собою </a:t>
              </a:r>
              <a:r>
                <a:rPr lang="ru-RU" b="1" dirty="0" err="1">
                  <a:latin typeface="Courier New" panose="02070309020205020404" pitchFamily="49" charset="0"/>
                  <a:cs typeface="Courier New" panose="02070309020205020404" pitchFamily="49" charset="0"/>
                </a:rPr>
                <a:t>розділ</a:t>
              </a:r>
              <a:r>
                <a:rPr lang="ru-RU" b="1" dirty="0">
                  <a:latin typeface="Courier New" panose="02070309020205020404" pitchFamily="49" charset="0"/>
                  <a:cs typeface="Courier New" panose="02070309020205020404" pitchFamily="49" charset="0"/>
                </a:rPr>
                <a:t> </a:t>
              </a:r>
              <a:r>
                <a:rPr lang="ru-RU" b="1" dirty="0" err="1">
                  <a:latin typeface="Courier New" panose="02070309020205020404" pitchFamily="49" charset="0"/>
                  <a:cs typeface="Courier New" panose="02070309020205020404" pitchFamily="49" charset="0"/>
                </a:rPr>
                <a:t>сторінки</a:t>
              </a:r>
              <a:r>
                <a:rPr lang="ru-RU" b="1" dirty="0">
                  <a:latin typeface="Courier New" panose="02070309020205020404" pitchFamily="49" charset="0"/>
                  <a:cs typeface="Courier New" panose="02070309020205020404" pitchFamily="49" charset="0"/>
                </a:rPr>
                <a:t>, </a:t>
              </a:r>
              <a:r>
                <a:rPr lang="ru-RU" b="1" dirty="0" err="1">
                  <a:latin typeface="Courier New" panose="02070309020205020404" pitchFamily="49" charset="0"/>
                  <a:cs typeface="Courier New" panose="02070309020205020404" pitchFamily="49" charset="0"/>
                </a:rPr>
                <a:t>який</a:t>
              </a:r>
              <a:r>
                <a:rPr lang="ru-RU" b="1" dirty="0">
                  <a:latin typeface="Courier New" panose="02070309020205020404" pitchFamily="49" charset="0"/>
                  <a:cs typeface="Courier New" panose="02070309020205020404" pitchFamily="49" charset="0"/>
                </a:rPr>
                <a:t> </a:t>
              </a:r>
              <a:r>
                <a:rPr lang="ru-RU" b="1" dirty="0" err="1">
                  <a:latin typeface="Courier New" panose="02070309020205020404" pitchFamily="49" charset="0"/>
                  <a:cs typeface="Courier New" panose="02070309020205020404" pitchFamily="49" charset="0"/>
                </a:rPr>
                <a:t>складається</a:t>
              </a:r>
              <a:r>
                <a:rPr lang="ru-RU" b="1" dirty="0">
                  <a:latin typeface="Courier New" panose="02070309020205020404" pitchFamily="49" charset="0"/>
                  <a:cs typeface="Courier New" panose="02070309020205020404" pitchFamily="49" charset="0"/>
                </a:rPr>
                <a:t> з контенту, </a:t>
              </a:r>
              <a:r>
                <a:rPr lang="ru-RU" b="1" dirty="0" err="1">
                  <a:latin typeface="Courier New" panose="02070309020205020404" pitchFamily="49" charset="0"/>
                  <a:cs typeface="Courier New" panose="02070309020205020404" pitchFamily="49" charset="0"/>
                </a:rPr>
                <a:t>що</a:t>
              </a:r>
              <a:r>
                <a:rPr lang="ru-RU" b="1" dirty="0">
                  <a:latin typeface="Courier New" panose="02070309020205020404" pitchFamily="49" charset="0"/>
                  <a:cs typeface="Courier New" panose="02070309020205020404" pitchFamily="49" charset="0"/>
                </a:rPr>
                <a:t> </a:t>
              </a:r>
              <a:r>
                <a:rPr lang="ru-RU" b="1" dirty="0" err="1">
                  <a:latin typeface="Courier New" panose="02070309020205020404" pitchFamily="49" charset="0"/>
                  <a:cs typeface="Courier New" panose="02070309020205020404" pitchFamily="49" charset="0"/>
                </a:rPr>
                <a:t>має</a:t>
              </a:r>
              <a:r>
                <a:rPr lang="ru-RU" b="1" dirty="0">
                  <a:latin typeface="Courier New" panose="02070309020205020404" pitchFamily="49" charset="0"/>
                  <a:cs typeface="Courier New" panose="02070309020205020404" pitchFamily="49" charset="0"/>
                </a:rPr>
                <a:t> </a:t>
              </a:r>
              <a:r>
                <a:rPr lang="ru-RU" b="1" dirty="0" err="1">
                  <a:solidFill>
                    <a:srgbClr val="C00000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непряме</a:t>
              </a:r>
              <a:r>
                <a:rPr lang="ru-RU" b="1" dirty="0">
                  <a:solidFill>
                    <a:srgbClr val="C00000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 </a:t>
              </a:r>
              <a:r>
                <a:rPr lang="ru-RU" b="1" dirty="0" err="1">
                  <a:solidFill>
                    <a:srgbClr val="C00000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відношення</a:t>
              </a:r>
              <a:r>
                <a:rPr lang="ru-RU" b="1" dirty="0">
                  <a:latin typeface="Courier New" panose="02070309020205020404" pitchFamily="49" charset="0"/>
                  <a:cs typeface="Courier New" panose="02070309020205020404" pitchFamily="49" charset="0"/>
                </a:rPr>
                <a:t> до </a:t>
              </a:r>
              <a:r>
                <a:rPr lang="ru-RU" b="1" dirty="0" err="1">
                  <a:latin typeface="Courier New" panose="02070309020205020404" pitchFamily="49" charset="0"/>
                  <a:cs typeface="Courier New" panose="02070309020205020404" pitchFamily="49" charset="0"/>
                </a:rPr>
                <a:t>змісту</a:t>
              </a:r>
              <a:r>
                <a:rPr lang="ru-RU" b="1" dirty="0">
                  <a:latin typeface="Courier New" panose="02070309020205020404" pitchFamily="49" charset="0"/>
                  <a:cs typeface="Courier New" panose="02070309020205020404" pitchFamily="49" charset="0"/>
                </a:rPr>
                <a:t> </a:t>
              </a:r>
              <a:r>
                <a:rPr lang="ru-RU" b="1" dirty="0" err="1">
                  <a:latin typeface="Courier New" panose="02070309020205020404" pitchFamily="49" charset="0"/>
                  <a:cs typeface="Courier New" panose="02070309020205020404" pitchFamily="49" charset="0"/>
                </a:rPr>
                <a:t>навколишнього</a:t>
              </a:r>
              <a:r>
                <a:rPr lang="ru-RU" b="1" dirty="0">
                  <a:latin typeface="Courier New" panose="02070309020205020404" pitchFamily="49" charset="0"/>
                  <a:cs typeface="Courier New" panose="02070309020205020404" pitchFamily="49" charset="0"/>
                </a:rPr>
                <a:t> </a:t>
              </a:r>
              <a:r>
                <a:rPr lang="ru-RU" b="1" dirty="0" err="1">
                  <a:latin typeface="Courier New" panose="02070309020205020404" pitchFamily="49" charset="0"/>
                  <a:cs typeface="Courier New" panose="02070309020205020404" pitchFamily="49" charset="0"/>
                </a:rPr>
                <a:t>елемента</a:t>
              </a:r>
              <a:r>
                <a:rPr lang="ru-RU" b="1" dirty="0">
                  <a:latin typeface="Courier New" panose="02070309020205020404" pitchFamily="49" charset="0"/>
                  <a:cs typeface="Courier New" panose="02070309020205020404" pitchFamily="49" charset="0"/>
                </a:rPr>
                <a:t> &lt;</a:t>
              </a:r>
              <a:r>
                <a:rPr lang="en-US" b="1" dirty="0">
                  <a:latin typeface="Courier New" panose="02070309020205020404" pitchFamily="49" charset="0"/>
                  <a:cs typeface="Courier New" panose="02070309020205020404" pitchFamily="49" charset="0"/>
                </a:rPr>
                <a:t>aside&gt;, </a:t>
              </a:r>
              <a:r>
                <a:rPr lang="ru-RU" b="1" dirty="0">
                  <a:latin typeface="Courier New" panose="02070309020205020404" pitchFamily="49" charset="0"/>
                  <a:cs typeface="Courier New" panose="02070309020205020404" pitchFamily="49" charset="0"/>
                </a:rPr>
                <a:t>і </a:t>
              </a:r>
              <a:r>
                <a:rPr lang="ru-RU" b="1" dirty="0" err="1">
                  <a:latin typeface="Courier New" panose="02070309020205020404" pitchFamily="49" charset="0"/>
                  <a:cs typeface="Courier New" panose="02070309020205020404" pitchFamily="49" charset="0"/>
                </a:rPr>
                <a:t>який</a:t>
              </a:r>
              <a:r>
                <a:rPr lang="ru-RU" b="1" dirty="0">
                  <a:latin typeface="Courier New" panose="02070309020205020404" pitchFamily="49" charset="0"/>
                  <a:cs typeface="Courier New" panose="02070309020205020404" pitchFamily="49" charset="0"/>
                </a:rPr>
                <a:t>(</a:t>
              </a:r>
              <a:r>
                <a:rPr lang="ru-RU" b="1" dirty="0" err="1">
                  <a:latin typeface="Courier New" panose="02070309020205020404" pitchFamily="49" charset="0"/>
                  <a:cs typeface="Courier New" panose="02070309020205020404" pitchFamily="49" charset="0"/>
                </a:rPr>
                <a:t>мається</a:t>
              </a:r>
              <a:r>
                <a:rPr lang="ru-RU" b="1" dirty="0">
                  <a:latin typeface="Courier New" panose="02070309020205020404" pitchFamily="49" charset="0"/>
                  <a:cs typeface="Courier New" panose="02070309020205020404" pitchFamily="49" charset="0"/>
                </a:rPr>
                <a:t> на </a:t>
              </a:r>
              <a:r>
                <a:rPr lang="ru-RU" b="1" dirty="0" err="1">
                  <a:latin typeface="Courier New" panose="02070309020205020404" pitchFamily="49" charset="0"/>
                  <a:cs typeface="Courier New" panose="02070309020205020404" pitchFamily="49" charset="0"/>
                </a:rPr>
                <a:t>увазі</a:t>
              </a:r>
              <a:r>
                <a:rPr lang="ru-RU" b="1" dirty="0">
                  <a:latin typeface="Courier New" panose="02070309020205020404" pitchFamily="49" charset="0"/>
                  <a:cs typeface="Courier New" panose="02070309020205020404" pitchFamily="49" charset="0"/>
                </a:rPr>
                <a:t> контент </a:t>
              </a:r>
              <a:r>
                <a:rPr lang="ru-RU" b="1" dirty="0" err="1">
                  <a:latin typeface="Courier New" panose="02070309020205020404" pitchFamily="49" charset="0"/>
                  <a:cs typeface="Courier New" panose="02070309020205020404" pitchFamily="49" charset="0"/>
                </a:rPr>
                <a:t>елемента</a:t>
              </a:r>
              <a:r>
                <a:rPr lang="ru-RU" b="1" dirty="0">
                  <a:latin typeface="Courier New" panose="02070309020205020404" pitchFamily="49" charset="0"/>
                  <a:cs typeface="Courier New" panose="02070309020205020404" pitchFamily="49" charset="0"/>
                </a:rPr>
                <a:t> &lt;</a:t>
              </a:r>
              <a:r>
                <a:rPr lang="en-US" b="1" dirty="0">
                  <a:latin typeface="Courier New" panose="02070309020205020404" pitchFamily="49" charset="0"/>
                  <a:cs typeface="Courier New" panose="02070309020205020404" pitchFamily="49" charset="0"/>
                </a:rPr>
                <a:t>aside&gt; ) </a:t>
              </a:r>
              <a:r>
                <a:rPr lang="ru-RU" b="1" dirty="0" err="1">
                  <a:latin typeface="Courier New" panose="02070309020205020404" pitchFamily="49" charset="0"/>
                  <a:cs typeface="Courier New" panose="02070309020205020404" pitchFamily="49" charset="0"/>
                </a:rPr>
                <a:t>міг</a:t>
              </a:r>
              <a:r>
                <a:rPr lang="ru-RU" b="1" dirty="0">
                  <a:latin typeface="Courier New" panose="02070309020205020404" pitchFamily="49" charset="0"/>
                  <a:cs typeface="Courier New" panose="02070309020205020404" pitchFamily="49" charset="0"/>
                </a:rPr>
                <a:t> би </a:t>
              </a:r>
              <a:r>
                <a:rPr lang="ru-RU" b="1" dirty="0" err="1">
                  <a:latin typeface="Courier New" panose="02070309020205020404" pitchFamily="49" charset="0"/>
                  <a:cs typeface="Courier New" panose="02070309020205020404" pitchFamily="49" charset="0"/>
                </a:rPr>
                <a:t>розглядатися</a:t>
              </a:r>
              <a:r>
                <a:rPr lang="ru-RU" b="1" dirty="0">
                  <a:latin typeface="Courier New" panose="02070309020205020404" pitchFamily="49" charset="0"/>
                  <a:cs typeface="Courier New" panose="02070309020205020404" pitchFamily="49" charset="0"/>
                </a:rPr>
                <a:t> </a:t>
              </a:r>
              <a:r>
                <a:rPr lang="ru-RU" b="1" dirty="0" err="1">
                  <a:latin typeface="Courier New" panose="02070309020205020404" pitchFamily="49" charset="0"/>
                  <a:cs typeface="Courier New" panose="02070309020205020404" pitchFamily="49" charset="0"/>
                </a:rPr>
                <a:t>окремо</a:t>
              </a:r>
              <a:r>
                <a:rPr lang="ru-RU" b="1" dirty="0">
                  <a:latin typeface="Courier New" panose="02070309020205020404" pitchFamily="49" charset="0"/>
                  <a:cs typeface="Courier New" panose="02070309020205020404" pitchFamily="49" charset="0"/>
                </a:rPr>
                <a:t> </a:t>
              </a:r>
              <a:r>
                <a:rPr lang="ru-RU" b="1" dirty="0" err="1">
                  <a:latin typeface="Courier New" panose="02070309020205020404" pitchFamily="49" charset="0"/>
                  <a:cs typeface="Courier New" panose="02070309020205020404" pitchFamily="49" charset="0"/>
                </a:rPr>
                <a:t>від</a:t>
              </a:r>
              <a:r>
                <a:rPr lang="ru-RU" b="1" dirty="0">
                  <a:latin typeface="Courier New" panose="02070309020205020404" pitchFamily="49" charset="0"/>
                  <a:cs typeface="Courier New" panose="02070309020205020404" pitchFamily="49" charset="0"/>
                </a:rPr>
                <a:t> </a:t>
              </a:r>
              <a:r>
                <a:rPr lang="ru-RU" b="1" dirty="0" err="1">
                  <a:latin typeface="Courier New" panose="02070309020205020404" pitchFamily="49" charset="0"/>
                  <a:cs typeface="Courier New" panose="02070309020205020404" pitchFamily="49" charset="0"/>
                </a:rPr>
                <a:t>змісту</a:t>
              </a:r>
              <a:r>
                <a:rPr lang="ru-RU" b="1" dirty="0">
                  <a:latin typeface="Courier New" panose="02070309020205020404" pitchFamily="49" charset="0"/>
                  <a:cs typeface="Courier New" panose="02070309020205020404" pitchFamily="49" charset="0"/>
                </a:rPr>
                <a:t> </a:t>
              </a:r>
            </a:p>
            <a:p>
              <a:r>
                <a:rPr lang="ru-RU" b="1" dirty="0">
                  <a:latin typeface="Courier New" panose="02070309020205020404" pitchFamily="49" charset="0"/>
                  <a:cs typeface="Courier New" panose="02070309020205020404" pitchFamily="49" charset="0"/>
                </a:rPr>
                <a:t>(</a:t>
              </a:r>
              <a:r>
                <a:rPr lang="ru-RU" b="1" dirty="0" err="1">
                  <a:latin typeface="Courier New" panose="02070309020205020404" pitchFamily="49" charset="0"/>
                  <a:cs typeface="Courier New" panose="02070309020205020404" pitchFamily="49" charset="0"/>
                </a:rPr>
                <a:t>що</a:t>
              </a:r>
              <a:r>
                <a:rPr lang="ru-RU" b="1" dirty="0">
                  <a:latin typeface="Courier New" panose="02070309020205020404" pitchFamily="49" charset="0"/>
                  <a:cs typeface="Courier New" panose="02070309020205020404" pitchFamily="49" charset="0"/>
                </a:rPr>
                <a:t> </a:t>
              </a:r>
              <a:r>
                <a:rPr lang="ru-RU" b="1" dirty="0" err="1">
                  <a:latin typeface="Courier New" panose="02070309020205020404" pitchFamily="49" charset="0"/>
                  <a:cs typeface="Courier New" panose="02070309020205020404" pitchFamily="49" charset="0"/>
                </a:rPr>
                <a:t>знаходиться</a:t>
              </a:r>
              <a:r>
                <a:rPr lang="ru-RU" b="1" dirty="0">
                  <a:latin typeface="Courier New" panose="02070309020205020404" pitchFamily="49" charset="0"/>
                  <a:cs typeface="Courier New" panose="02070309020205020404" pitchFamily="49" charset="0"/>
                </a:rPr>
                <a:t> </a:t>
              </a:r>
              <a:r>
                <a:rPr lang="ru-RU" b="1" dirty="0" err="1">
                  <a:latin typeface="Courier New" panose="02070309020205020404" pitchFamily="49" charset="0"/>
                  <a:cs typeface="Courier New" panose="02070309020205020404" pitchFamily="49" charset="0"/>
                </a:rPr>
                <a:t>навколо</a:t>
              </a:r>
              <a:r>
                <a:rPr lang="ru-RU" b="1" dirty="0">
                  <a:latin typeface="Courier New" panose="02070309020205020404" pitchFamily="49" charset="0"/>
                  <a:cs typeface="Courier New" panose="02070309020205020404" pitchFamily="49" charset="0"/>
                </a:rPr>
                <a:t> </a:t>
              </a:r>
              <a:r>
                <a:rPr lang="ru-RU" b="1" dirty="0" err="1">
                  <a:latin typeface="Courier New" panose="02070309020205020404" pitchFamily="49" charset="0"/>
                  <a:cs typeface="Courier New" panose="02070309020205020404" pitchFamily="49" charset="0"/>
                </a:rPr>
                <a:t>елемента</a:t>
              </a:r>
              <a:r>
                <a:rPr lang="ru-RU" b="1" dirty="0">
                  <a:latin typeface="Courier New" panose="02070309020205020404" pitchFamily="49" charset="0"/>
                  <a:cs typeface="Courier New" panose="02070309020205020404" pitchFamily="49" charset="0"/>
                </a:rPr>
                <a:t> &lt;</a:t>
              </a:r>
              <a:r>
                <a:rPr lang="en-US" b="1" dirty="0">
                  <a:latin typeface="Courier New" panose="02070309020205020404" pitchFamily="49" charset="0"/>
                  <a:cs typeface="Courier New" panose="02070309020205020404" pitchFamily="49" charset="0"/>
                </a:rPr>
                <a:t>aside&gt; )</a:t>
              </a:r>
            </a:p>
            <a:p>
              <a:endParaRPr lang="en-US" b="1" dirty="0">
                <a:latin typeface="Courier New" panose="02070309020205020404" pitchFamily="49" charset="0"/>
                <a:cs typeface="Courier New" panose="02070309020205020404" pitchFamily="49" charset="0"/>
              </a:endParaRPr>
            </a:p>
            <a:p>
              <a:r>
                <a:rPr lang="ru-RU" b="1" dirty="0" err="1">
                  <a:latin typeface="Courier New" panose="02070309020205020404" pitchFamily="49" charset="0"/>
                  <a:cs typeface="Courier New" panose="02070309020205020404" pitchFamily="49" charset="0"/>
                </a:rPr>
                <a:t>Варіанти</a:t>
              </a:r>
              <a:r>
                <a:rPr lang="ru-RU" b="1" dirty="0">
                  <a:latin typeface="Courier New" panose="02070309020205020404" pitchFamily="49" charset="0"/>
                  <a:cs typeface="Courier New" panose="02070309020205020404" pitchFamily="49" charset="0"/>
                </a:rPr>
                <a:t> </a:t>
              </a:r>
              <a:r>
                <a:rPr lang="ru-RU" b="1" dirty="0" err="1">
                  <a:latin typeface="Courier New" panose="02070309020205020404" pitchFamily="49" charset="0"/>
                  <a:cs typeface="Courier New" panose="02070309020205020404" pitchFamily="49" charset="0"/>
                </a:rPr>
                <a:t>застосування</a:t>
              </a:r>
              <a:r>
                <a:rPr lang="ru-RU" b="1" dirty="0">
                  <a:latin typeface="Courier New" panose="02070309020205020404" pitchFamily="49" charset="0"/>
                  <a:cs typeface="Courier New" panose="02070309020205020404" pitchFamily="49" charset="0"/>
                </a:rPr>
                <a:t> – </a:t>
              </a:r>
              <a:r>
                <a:rPr lang="uk-UA" b="1" dirty="0">
                  <a:latin typeface="Courier New" panose="02070309020205020404" pitchFamily="49" charset="0"/>
                  <a:cs typeface="Courier New" panose="02070309020205020404" pitchFamily="49" charset="0"/>
                </a:rPr>
                <a:t>ліва або права </a:t>
              </a:r>
              <a:r>
                <a:rPr lang="ru-RU" b="1" dirty="0">
                  <a:latin typeface="Courier New" panose="02070309020205020404" pitchFamily="49" charset="0"/>
                  <a:cs typeface="Courier New" panose="02070309020205020404" pitchFamily="49" charset="0"/>
                </a:rPr>
                <a:t>колонка, список </a:t>
              </a:r>
              <a:r>
                <a:rPr lang="ru-RU" b="1" dirty="0" err="1">
                  <a:latin typeface="Courier New" panose="02070309020205020404" pitchFamily="49" charset="0"/>
                  <a:cs typeface="Courier New" panose="02070309020205020404" pitchFamily="49" charset="0"/>
                </a:rPr>
                <a:t>додаткових</a:t>
              </a:r>
              <a:r>
                <a:rPr lang="ru-RU" b="1" dirty="0">
                  <a:latin typeface="Courier New" panose="02070309020205020404" pitchFamily="49" charset="0"/>
                  <a:cs typeface="Courier New" panose="02070309020205020404" pitchFamily="49" charset="0"/>
                </a:rPr>
                <a:t> </a:t>
              </a:r>
              <a:r>
                <a:rPr lang="ru-RU" b="1" dirty="0" err="1">
                  <a:latin typeface="Courier New" panose="02070309020205020404" pitchFamily="49" charset="0"/>
                  <a:cs typeface="Courier New" panose="02070309020205020404" pitchFamily="49" charset="0"/>
                </a:rPr>
                <a:t>посилань</a:t>
              </a:r>
              <a:r>
                <a:rPr lang="ru-RU" b="1" dirty="0">
                  <a:latin typeface="Courier New" panose="02070309020205020404" pitchFamily="49" charset="0"/>
                  <a:cs typeface="Courier New" panose="02070309020205020404" pitchFamily="49" charset="0"/>
                </a:rPr>
                <a:t>, </a:t>
              </a:r>
              <a:r>
                <a:rPr lang="ru-RU" b="1" dirty="0" err="1">
                  <a:latin typeface="Courier New" panose="02070309020205020404" pitchFamily="49" charset="0"/>
                  <a:cs typeface="Courier New" panose="02070309020205020404" pitchFamily="49" charset="0"/>
                </a:rPr>
                <a:t>рекламний</a:t>
              </a:r>
              <a:r>
                <a:rPr lang="ru-RU" b="1" dirty="0">
                  <a:latin typeface="Courier New" panose="02070309020205020404" pitchFamily="49" charset="0"/>
                  <a:cs typeface="Courier New" panose="02070309020205020404" pitchFamily="49" charset="0"/>
                </a:rPr>
                <a:t> блок.</a:t>
              </a:r>
            </a:p>
          </p:txBody>
        </p:sp>
        <p:sp>
          <p:nvSpPr>
            <p:cNvPr id="3" name="TextBox 2"/>
            <p:cNvSpPr txBox="1"/>
            <p:nvPr/>
          </p:nvSpPr>
          <p:spPr>
            <a:xfrm>
              <a:off x="179512" y="329754"/>
              <a:ext cx="1296144" cy="400110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  <a:ln w="12700"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US" sz="2000" b="1" dirty="0">
                  <a:latin typeface="Courier New" panose="02070309020205020404" pitchFamily="49" charset="0"/>
                  <a:cs typeface="Courier New" panose="02070309020205020404" pitchFamily="49" charset="0"/>
                </a:rPr>
                <a:t>&lt;aside&gt;</a:t>
              </a:r>
              <a:endParaRPr lang="ru-RU" sz="2000" b="1" dirty="0"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47535388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Группа 3"/>
          <p:cNvGrpSpPr/>
          <p:nvPr/>
        </p:nvGrpSpPr>
        <p:grpSpPr>
          <a:xfrm>
            <a:off x="135915" y="580618"/>
            <a:ext cx="8928992" cy="4610259"/>
            <a:chOff x="135915" y="329754"/>
            <a:chExt cx="8928992" cy="4610259"/>
          </a:xfrm>
        </p:grpSpPr>
        <p:sp>
          <p:nvSpPr>
            <p:cNvPr id="2" name="TextBox 1"/>
            <p:cNvSpPr txBox="1"/>
            <p:nvPr/>
          </p:nvSpPr>
          <p:spPr>
            <a:xfrm>
              <a:off x="135915" y="692696"/>
              <a:ext cx="8928992" cy="4247317"/>
            </a:xfrm>
            <a:prstGeom prst="rect">
              <a:avLst/>
            </a:prstGeom>
            <a:noFill/>
            <a:ln w="9525"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ru-RU" b="1" dirty="0">
                  <a:latin typeface="Courier New" panose="02070309020205020404" pitchFamily="49" charset="0"/>
                  <a:cs typeface="Courier New" panose="02070309020205020404" pitchFamily="49" charset="0"/>
                </a:rPr>
                <a:t>Не </a:t>
              </a:r>
              <a:r>
                <a:rPr lang="ru-RU" b="1" dirty="0" err="1">
                  <a:latin typeface="Courier New" panose="02070309020205020404" pitchFamily="49" charset="0"/>
                  <a:cs typeface="Courier New" panose="02070309020205020404" pitchFamily="49" charset="0"/>
                </a:rPr>
                <a:t>секційний</a:t>
              </a:r>
              <a:r>
                <a:rPr lang="ru-RU" b="1" dirty="0">
                  <a:latin typeface="Courier New" panose="02070309020205020404" pitchFamily="49" charset="0"/>
                  <a:cs typeface="Courier New" panose="02070309020205020404" pitchFamily="49" charset="0"/>
                </a:rPr>
                <a:t> </a:t>
              </a:r>
              <a:r>
                <a:rPr lang="ru-RU" b="1" dirty="0" err="1">
                  <a:latin typeface="Courier New" panose="02070309020205020404" pitchFamily="49" charset="0"/>
                  <a:cs typeface="Courier New" panose="02070309020205020404" pitchFamily="49" charset="0"/>
                </a:rPr>
                <a:t>елемент</a:t>
              </a:r>
              <a:r>
                <a:rPr lang="ru-RU" b="1" dirty="0">
                  <a:latin typeface="Courier New" panose="02070309020205020404" pitchFamily="49" charset="0"/>
                  <a:cs typeface="Courier New" panose="02070309020205020404" pitchFamily="49" charset="0"/>
                </a:rPr>
                <a:t>.</a:t>
              </a:r>
            </a:p>
            <a:p>
              <a:r>
                <a:rPr lang="ru-RU" b="1" dirty="0" err="1">
                  <a:latin typeface="Courier New" panose="02070309020205020404" pitchFamily="49" charset="0"/>
                  <a:cs typeface="Courier New" panose="02070309020205020404" pitchFamily="49" charset="0"/>
                </a:rPr>
                <a:t>Елемент</a:t>
              </a:r>
              <a:r>
                <a:rPr lang="ru-RU" b="1" dirty="0">
                  <a:latin typeface="Courier New" panose="02070309020205020404" pitchFamily="49" charset="0"/>
                  <a:cs typeface="Courier New" panose="02070309020205020404" pitchFamily="49" charset="0"/>
                </a:rPr>
                <a:t> є </a:t>
              </a:r>
              <a:r>
                <a:rPr lang="ru-RU" b="1" dirty="0" err="1">
                  <a:latin typeface="Courier New" panose="02070309020205020404" pitchFamily="49" charset="0"/>
                  <a:cs typeface="Courier New" panose="02070309020205020404" pitchFamily="49" charset="0"/>
                </a:rPr>
                <a:t>нижнім</a:t>
              </a:r>
              <a:r>
                <a:rPr lang="ru-RU" b="1" dirty="0">
                  <a:latin typeface="Courier New" panose="02070309020205020404" pitchFamily="49" charset="0"/>
                  <a:cs typeface="Courier New" panose="02070309020205020404" pitchFamily="49" charset="0"/>
                </a:rPr>
                <a:t> колонтитулом для </a:t>
              </a:r>
              <a:r>
                <a:rPr lang="ru-RU" b="1" dirty="0" err="1">
                  <a:latin typeface="Courier New" panose="02070309020205020404" pitchFamily="49" charset="0"/>
                  <a:cs typeface="Courier New" panose="02070309020205020404" pitchFamily="49" charset="0"/>
                </a:rPr>
                <a:t>його</a:t>
              </a:r>
              <a:r>
                <a:rPr lang="ru-RU" b="1" dirty="0">
                  <a:latin typeface="Courier New" panose="02070309020205020404" pitchFamily="49" charset="0"/>
                  <a:cs typeface="Courier New" panose="02070309020205020404" pitchFamily="49" charset="0"/>
                </a:rPr>
                <a:t> </a:t>
              </a:r>
              <a:r>
                <a:rPr lang="ru-RU" b="1" dirty="0" err="1">
                  <a:latin typeface="Courier New" panose="02070309020205020404" pitchFamily="49" charset="0"/>
                  <a:cs typeface="Courier New" panose="02070309020205020404" pitchFamily="49" charset="0"/>
                </a:rPr>
                <a:t>найближчих</a:t>
              </a:r>
              <a:r>
                <a:rPr lang="ru-RU" b="1" dirty="0">
                  <a:latin typeface="Courier New" panose="02070309020205020404" pitchFamily="49" charset="0"/>
                  <a:cs typeface="Courier New" panose="02070309020205020404" pitchFamily="49" charset="0"/>
                </a:rPr>
                <a:t> </a:t>
              </a:r>
              <a:r>
                <a:rPr lang="ru-RU" b="1" dirty="0" err="1">
                  <a:latin typeface="Courier New" panose="02070309020205020404" pitchFamily="49" charset="0"/>
                  <a:cs typeface="Courier New" panose="02070309020205020404" pitchFamily="49" charset="0"/>
                </a:rPr>
                <a:t>батьків</a:t>
              </a:r>
              <a:r>
                <a:rPr lang="ru-RU" b="1" dirty="0">
                  <a:latin typeface="Courier New" panose="02070309020205020404" pitchFamily="49" charset="0"/>
                  <a:cs typeface="Courier New" panose="02070309020205020404" pitchFamily="49" charset="0"/>
                </a:rPr>
                <a:t>.</a:t>
              </a:r>
            </a:p>
            <a:p>
              <a:r>
                <a:rPr lang="ru-RU" b="1" dirty="0" err="1">
                  <a:latin typeface="Courier New" panose="02070309020205020404" pitchFamily="49" charset="0"/>
                  <a:cs typeface="Courier New" panose="02070309020205020404" pitchFamily="49" charset="0"/>
                </a:rPr>
                <a:t>Зазвичай</a:t>
              </a:r>
              <a:r>
                <a:rPr lang="ru-RU" b="1" dirty="0">
                  <a:latin typeface="Courier New" panose="02070309020205020404" pitchFamily="49" charset="0"/>
                  <a:cs typeface="Courier New" panose="02070309020205020404" pitchFamily="49" charset="0"/>
                </a:rPr>
                <a:t> </a:t>
              </a:r>
              <a:r>
                <a:rPr lang="ru-RU" b="1" dirty="0" err="1">
                  <a:latin typeface="Courier New" panose="02070309020205020404" pitchFamily="49" charset="0"/>
                  <a:cs typeface="Courier New" panose="02070309020205020404" pitchFamily="49" charset="0"/>
                </a:rPr>
                <a:t>містить</a:t>
              </a:r>
              <a:r>
                <a:rPr lang="ru-RU" b="1" dirty="0">
                  <a:latin typeface="Courier New" panose="02070309020205020404" pitchFamily="49" charset="0"/>
                  <a:cs typeface="Courier New" panose="02070309020205020404" pitchFamily="49" charset="0"/>
                </a:rPr>
                <a:t> </a:t>
              </a:r>
              <a:r>
                <a:rPr lang="en-US" b="1" dirty="0">
                  <a:latin typeface="Courier New" panose="02070309020205020404" pitchFamily="49" charset="0"/>
                  <a:cs typeface="Courier New" panose="02070309020205020404" pitchFamily="49" charset="0"/>
                </a:rPr>
                <a:t>meta-</a:t>
              </a:r>
              <a:r>
                <a:rPr lang="ru-RU" b="1" dirty="0" err="1">
                  <a:latin typeface="Courier New" panose="02070309020205020404" pitchFamily="49" charset="0"/>
                  <a:cs typeface="Courier New" panose="02070309020205020404" pitchFamily="49" charset="0"/>
                </a:rPr>
                <a:t>інформацію</a:t>
              </a:r>
              <a:r>
                <a:rPr lang="ru-RU" b="1" dirty="0">
                  <a:latin typeface="Courier New" panose="02070309020205020404" pitchFamily="49" charset="0"/>
                  <a:cs typeface="Courier New" panose="02070309020205020404" pitchFamily="49" charset="0"/>
                </a:rPr>
                <a:t> про автора, </a:t>
              </a:r>
              <a:r>
                <a:rPr lang="ru-RU" b="1" dirty="0" err="1">
                  <a:latin typeface="Courier New" panose="02070309020205020404" pitchFamily="49" charset="0"/>
                  <a:cs typeface="Courier New" panose="02070309020205020404" pitchFamily="49" charset="0"/>
                </a:rPr>
                <a:t>посилання</a:t>
              </a:r>
              <a:r>
                <a:rPr lang="ru-RU" b="1" dirty="0">
                  <a:latin typeface="Courier New" panose="02070309020205020404" pitchFamily="49" charset="0"/>
                  <a:cs typeface="Courier New" panose="02070309020205020404" pitchFamily="49" charset="0"/>
                </a:rPr>
                <a:t> на </a:t>
              </a:r>
              <a:r>
                <a:rPr lang="ru-RU" b="1" dirty="0" err="1">
                  <a:latin typeface="Courier New" panose="02070309020205020404" pitchFamily="49" charset="0"/>
                  <a:cs typeface="Courier New" panose="02070309020205020404" pitchFamily="49" charset="0"/>
                </a:rPr>
                <a:t>пов'язані</a:t>
              </a:r>
              <a:r>
                <a:rPr lang="ru-RU" b="1" dirty="0">
                  <a:latin typeface="Courier New" panose="02070309020205020404" pitchFamily="49" charset="0"/>
                  <a:cs typeface="Courier New" panose="02070309020205020404" pitchFamily="49" charset="0"/>
                </a:rPr>
                <a:t> </a:t>
              </a:r>
              <a:r>
                <a:rPr lang="ru-RU" b="1" dirty="0" err="1">
                  <a:latin typeface="Courier New" panose="02070309020205020404" pitchFamily="49" charset="0"/>
                  <a:cs typeface="Courier New" panose="02070309020205020404" pitchFamily="49" charset="0"/>
                </a:rPr>
                <a:t>документи</a:t>
              </a:r>
              <a:r>
                <a:rPr lang="ru-RU" b="1" dirty="0">
                  <a:latin typeface="Courier New" panose="02070309020205020404" pitchFamily="49" charset="0"/>
                  <a:cs typeface="Courier New" panose="02070309020205020404" pitchFamily="49" charset="0"/>
                </a:rPr>
                <a:t>, дату </a:t>
              </a:r>
              <a:r>
                <a:rPr lang="ru-RU" b="1" dirty="0" err="1">
                  <a:latin typeface="Courier New" panose="02070309020205020404" pitchFamily="49" charset="0"/>
                  <a:cs typeface="Courier New" panose="02070309020205020404" pitchFamily="49" charset="0"/>
                </a:rPr>
                <a:t>опублікування</a:t>
              </a:r>
              <a:r>
                <a:rPr lang="ru-RU" b="1" dirty="0">
                  <a:latin typeface="Courier New" panose="02070309020205020404" pitchFamily="49" charset="0"/>
                  <a:cs typeface="Courier New" panose="02070309020205020404" pitchFamily="49" charset="0"/>
                </a:rPr>
                <a:t> документа.</a:t>
              </a:r>
            </a:p>
            <a:p>
              <a:endParaRPr lang="ru-RU" b="1" dirty="0">
                <a:latin typeface="Courier New" panose="02070309020205020404" pitchFamily="49" charset="0"/>
                <a:cs typeface="Courier New" panose="02070309020205020404" pitchFamily="49" charset="0"/>
              </a:endParaRPr>
            </a:p>
            <a:p>
              <a:r>
                <a:rPr lang="ru-RU" b="1" dirty="0" err="1">
                  <a:latin typeface="Courier New" panose="02070309020205020404" pitchFamily="49" charset="0"/>
                  <a:cs typeface="Courier New" panose="02070309020205020404" pitchFamily="49" charset="0"/>
                </a:rPr>
                <a:t>Якщо</a:t>
              </a:r>
              <a:r>
                <a:rPr lang="ru-RU" b="1" dirty="0">
                  <a:latin typeface="Courier New" panose="02070309020205020404" pitchFamily="49" charset="0"/>
                  <a:cs typeface="Courier New" panose="02070309020205020404" pitchFamily="49" charset="0"/>
                </a:rPr>
                <a:t> </a:t>
              </a:r>
              <a:r>
                <a:rPr lang="en-US" b="1" dirty="0">
                  <a:solidFill>
                    <a:srgbClr val="C00000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footer</a:t>
              </a:r>
              <a:r>
                <a:rPr lang="en-US" b="1" dirty="0">
                  <a:latin typeface="Courier New" panose="02070309020205020404" pitchFamily="49" charset="0"/>
                  <a:cs typeface="Courier New" panose="02070309020205020404" pitchFamily="49" charset="0"/>
                </a:rPr>
                <a:t> </a:t>
              </a:r>
              <a:r>
                <a:rPr lang="ru-RU" b="1" dirty="0" err="1">
                  <a:latin typeface="Courier New" panose="02070309020205020404" pitchFamily="49" charset="0"/>
                  <a:cs typeface="Courier New" panose="02070309020205020404" pitchFamily="49" charset="0"/>
                </a:rPr>
                <a:t>містить</a:t>
              </a:r>
              <a:r>
                <a:rPr lang="ru-RU" b="1" dirty="0">
                  <a:latin typeface="Courier New" panose="02070309020205020404" pitchFamily="49" charset="0"/>
                  <a:cs typeface="Courier New" panose="02070309020205020404" pitchFamily="49" charset="0"/>
                </a:rPr>
                <a:t> </a:t>
              </a:r>
              <a:r>
                <a:rPr lang="ru-RU" b="1" dirty="0" err="1">
                  <a:latin typeface="Courier New" panose="02070309020205020404" pitchFamily="49" charset="0"/>
                  <a:cs typeface="Courier New" panose="02070309020205020404" pitchFamily="49" charset="0"/>
                </a:rPr>
                <a:t>секції</a:t>
              </a:r>
              <a:r>
                <a:rPr lang="ru-RU" b="1" dirty="0">
                  <a:latin typeface="Courier New" panose="02070309020205020404" pitchFamily="49" charset="0"/>
                  <a:cs typeface="Courier New" panose="02070309020205020404" pitchFamily="49" charset="0"/>
                </a:rPr>
                <a:t>, вони </a:t>
              </a:r>
              <a:r>
                <a:rPr lang="ru-RU" b="1" dirty="0" err="1">
                  <a:latin typeface="Courier New" panose="02070309020205020404" pitchFamily="49" charset="0"/>
                  <a:cs typeface="Courier New" panose="02070309020205020404" pitchFamily="49" charset="0"/>
                </a:rPr>
                <a:t>зазвичай</a:t>
              </a:r>
              <a:r>
                <a:rPr lang="ru-RU" b="1" dirty="0">
                  <a:latin typeface="Courier New" panose="02070309020205020404" pitchFamily="49" charset="0"/>
                  <a:cs typeface="Courier New" panose="02070309020205020404" pitchFamily="49" charset="0"/>
                </a:rPr>
                <a:t> </a:t>
              </a:r>
              <a:r>
                <a:rPr lang="ru-RU" b="1" dirty="0" err="1">
                  <a:latin typeface="Courier New" panose="02070309020205020404" pitchFamily="49" charset="0"/>
                  <a:cs typeface="Courier New" panose="02070309020205020404" pitchFamily="49" charset="0"/>
                </a:rPr>
                <a:t>представляють</a:t>
              </a:r>
              <a:r>
                <a:rPr lang="ru-RU" b="1" dirty="0">
                  <a:latin typeface="Courier New" panose="02070309020205020404" pitchFamily="49" charset="0"/>
                  <a:cs typeface="Courier New" panose="02070309020205020404" pitchFamily="49" charset="0"/>
                </a:rPr>
                <a:t>:</a:t>
              </a:r>
            </a:p>
            <a:p>
              <a:pPr marL="285750" indent="-285750">
                <a:buFont typeface="Wingdings" panose="05000000000000000000" pitchFamily="2" charset="2"/>
                <a:buChar char="§"/>
              </a:pPr>
              <a:r>
                <a:rPr lang="ru-RU" b="1" dirty="0" err="1">
                  <a:latin typeface="Courier New" panose="02070309020205020404" pitchFamily="49" charset="0"/>
                  <a:cs typeface="Courier New" panose="02070309020205020404" pitchFamily="49" charset="0"/>
                </a:rPr>
                <a:t>додатки</a:t>
              </a:r>
              <a:r>
                <a:rPr lang="ru-RU" b="1" dirty="0">
                  <a:latin typeface="Courier New" panose="02070309020205020404" pitchFamily="49" charset="0"/>
                  <a:cs typeface="Courier New" panose="02070309020205020404" pitchFamily="49" charset="0"/>
                </a:rPr>
                <a:t> до документа;</a:t>
              </a:r>
            </a:p>
            <a:p>
              <a:pPr marL="285750" indent="-285750">
                <a:buFont typeface="Wingdings" panose="05000000000000000000" pitchFamily="2" charset="2"/>
                <a:buChar char="§"/>
              </a:pPr>
              <a:r>
                <a:rPr lang="ru-RU" b="1" dirty="0">
                  <a:latin typeface="Courier New" panose="02070309020205020404" pitchFamily="49" charset="0"/>
                  <a:cs typeface="Courier New" panose="02070309020205020404" pitchFamily="49" charset="0"/>
                </a:rPr>
                <a:t>текст </a:t>
              </a:r>
              <a:r>
                <a:rPr lang="ru-RU" b="1" dirty="0" err="1">
                  <a:latin typeface="Courier New" panose="02070309020205020404" pitchFamily="49" charset="0"/>
                  <a:cs typeface="Courier New" panose="02070309020205020404" pitchFamily="49" charset="0"/>
                </a:rPr>
                <a:t>ліцензії</a:t>
              </a:r>
              <a:r>
                <a:rPr lang="ru-RU" b="1" dirty="0">
                  <a:latin typeface="Courier New" panose="02070309020205020404" pitchFamily="49" charset="0"/>
                  <a:cs typeface="Courier New" panose="02070309020205020404" pitchFamily="49" charset="0"/>
                </a:rPr>
                <a:t>;</a:t>
              </a:r>
            </a:p>
            <a:p>
              <a:pPr marL="285750" indent="-285750">
                <a:buFont typeface="Wingdings" panose="05000000000000000000" pitchFamily="2" charset="2"/>
                <a:buChar char="§"/>
              </a:pPr>
              <a:r>
                <a:rPr lang="ru-RU" b="1" dirty="0" err="1">
                  <a:latin typeface="Courier New" panose="02070309020205020404" pitchFamily="49" charset="0"/>
                  <a:cs typeface="Courier New" panose="02070309020205020404" pitchFamily="49" charset="0"/>
                </a:rPr>
                <a:t>висновки</a:t>
              </a:r>
              <a:r>
                <a:rPr lang="ru-RU" b="1" dirty="0">
                  <a:latin typeface="Courier New" panose="02070309020205020404" pitchFamily="49" charset="0"/>
                  <a:cs typeface="Courier New" panose="02070309020205020404" pitchFamily="49" charset="0"/>
                </a:rPr>
                <a:t> (</a:t>
              </a:r>
              <a:r>
                <a:rPr lang="ru-RU" b="1" dirty="0" err="1">
                  <a:latin typeface="Courier New" panose="02070309020205020404" pitchFamily="49" charset="0"/>
                  <a:cs typeface="Courier New" panose="02070309020205020404" pitchFamily="49" charset="0"/>
                </a:rPr>
                <a:t>заключну</a:t>
              </a:r>
              <a:r>
                <a:rPr lang="ru-RU" b="1" dirty="0">
                  <a:latin typeface="Courier New" panose="02070309020205020404" pitchFamily="49" charset="0"/>
                  <a:cs typeface="Courier New" panose="02070309020205020404" pitchFamily="49" charset="0"/>
                </a:rPr>
                <a:t> </a:t>
              </a:r>
              <a:r>
                <a:rPr lang="ru-RU" b="1" dirty="0" err="1">
                  <a:latin typeface="Courier New" panose="02070309020205020404" pitchFamily="49" charset="0"/>
                  <a:cs typeface="Courier New" panose="02070309020205020404" pitchFamily="49" charset="0"/>
                </a:rPr>
                <a:t>частину</a:t>
              </a:r>
              <a:r>
                <a:rPr lang="ru-RU" b="1" dirty="0">
                  <a:latin typeface="Courier New" panose="02070309020205020404" pitchFamily="49" charset="0"/>
                  <a:cs typeface="Courier New" panose="02070309020205020404" pitchFamily="49" charset="0"/>
                </a:rPr>
                <a:t>);</a:t>
              </a:r>
            </a:p>
            <a:p>
              <a:pPr marL="285750" indent="-285750">
                <a:buFont typeface="Wingdings" panose="05000000000000000000" pitchFamily="2" charset="2"/>
                <a:buChar char="§"/>
              </a:pPr>
              <a:r>
                <a:rPr lang="ru-RU" b="1" dirty="0" err="1">
                  <a:latin typeface="Courier New" panose="02070309020205020404" pitchFamily="49" charset="0"/>
                  <a:cs typeface="Courier New" panose="02070309020205020404" pitchFamily="49" charset="0"/>
                </a:rPr>
                <a:t>зміст</a:t>
              </a:r>
              <a:r>
                <a:rPr lang="ru-RU" b="1" dirty="0">
                  <a:latin typeface="Courier New" panose="02070309020205020404" pitchFamily="49" charset="0"/>
                  <a:cs typeface="Courier New" panose="02070309020205020404" pitchFamily="49" charset="0"/>
                </a:rPr>
                <a:t>(</a:t>
              </a:r>
              <a:r>
                <a:rPr lang="ru-RU" b="1" dirty="0" err="1">
                  <a:latin typeface="Courier New" panose="02070309020205020404" pitchFamily="49" charset="0"/>
                  <a:cs typeface="Courier New" panose="02070309020205020404" pitchFamily="49" charset="0"/>
                </a:rPr>
                <a:t>індексацію</a:t>
              </a:r>
              <a:r>
                <a:rPr lang="ru-RU" b="1" dirty="0">
                  <a:latin typeface="Courier New" panose="02070309020205020404" pitchFamily="49" charset="0"/>
                  <a:cs typeface="Courier New" panose="02070309020205020404" pitchFamily="49" charset="0"/>
                </a:rPr>
                <a:t>)</a:t>
              </a:r>
            </a:p>
            <a:p>
              <a:endParaRPr lang="ru-RU" b="1" dirty="0">
                <a:latin typeface="Courier New" panose="02070309020205020404" pitchFamily="49" charset="0"/>
                <a:cs typeface="Courier New" panose="02070309020205020404" pitchFamily="49" charset="0"/>
              </a:endParaRPr>
            </a:p>
            <a:p>
              <a:endParaRPr lang="ru-RU" b="1" dirty="0">
                <a:latin typeface="Courier New" panose="02070309020205020404" pitchFamily="49" charset="0"/>
                <a:cs typeface="Courier New" panose="02070309020205020404" pitchFamily="49" charset="0"/>
              </a:endParaRPr>
            </a:p>
            <a:p>
              <a:r>
                <a:rPr lang="ru-RU" b="1" dirty="0" err="1">
                  <a:latin typeface="Courier New" panose="02070309020205020404" pitchFamily="49" charset="0"/>
                  <a:cs typeface="Courier New" panose="02070309020205020404" pitchFamily="49" charset="0"/>
                </a:rPr>
                <a:t>Може</a:t>
              </a:r>
              <a:r>
                <a:rPr lang="ru-RU" b="1" dirty="0">
                  <a:latin typeface="Courier New" panose="02070309020205020404" pitchFamily="49" charset="0"/>
                  <a:cs typeface="Courier New" panose="02070309020205020404" pitchFamily="49" charset="0"/>
                </a:rPr>
                <a:t> бути не </a:t>
              </a:r>
              <a:r>
                <a:rPr lang="ru-RU" b="1" dirty="0" err="1">
                  <a:latin typeface="Courier New" panose="02070309020205020404" pitchFamily="49" charset="0"/>
                  <a:cs typeface="Courier New" panose="02070309020205020404" pitchFamily="49" charset="0"/>
                </a:rPr>
                <a:t>тільки</a:t>
              </a:r>
              <a:r>
                <a:rPr lang="ru-RU" b="1" dirty="0">
                  <a:latin typeface="Courier New" panose="02070309020205020404" pitchFamily="49" charset="0"/>
                  <a:cs typeface="Courier New" panose="02070309020205020404" pitchFamily="49" charset="0"/>
                </a:rPr>
                <a:t> </a:t>
              </a:r>
              <a:r>
                <a:rPr lang="ru-RU" b="1" dirty="0" err="1">
                  <a:latin typeface="Courier New" panose="02070309020205020404" pitchFamily="49" charset="0"/>
                  <a:cs typeface="Courier New" panose="02070309020205020404" pitchFamily="49" charset="0"/>
                </a:rPr>
                <a:t>нижнього</a:t>
              </a:r>
              <a:r>
                <a:rPr lang="ru-RU" b="1" dirty="0">
                  <a:latin typeface="Courier New" panose="02070309020205020404" pitchFamily="49" charset="0"/>
                  <a:cs typeface="Courier New" panose="02070309020205020404" pitchFamily="49" charset="0"/>
                </a:rPr>
                <a:t> </a:t>
              </a:r>
              <a:r>
                <a:rPr lang="ru-RU" b="1" dirty="0" err="1">
                  <a:latin typeface="Courier New" panose="02070309020205020404" pitchFamily="49" charset="0"/>
                  <a:cs typeface="Courier New" panose="02070309020205020404" pitchFamily="49" charset="0"/>
                </a:rPr>
                <a:t>рівня</a:t>
              </a:r>
              <a:r>
                <a:rPr lang="ru-RU" b="1" dirty="0">
                  <a:latin typeface="Courier New" panose="02070309020205020404" pitchFamily="49" charset="0"/>
                  <a:cs typeface="Courier New" panose="02070309020205020404" pitchFamily="49" charset="0"/>
                </a:rPr>
                <a:t> (</a:t>
              </a:r>
              <a:r>
                <a:rPr lang="ru-RU" b="1" dirty="0" err="1">
                  <a:latin typeface="Courier New" panose="02070309020205020404" pitchFamily="49" charset="0"/>
                  <a:cs typeface="Courier New" panose="02070309020205020404" pitchFamily="49" charset="0"/>
                </a:rPr>
                <a:t>підвал</a:t>
              </a:r>
              <a:r>
                <a:rPr lang="ru-RU" b="1" dirty="0">
                  <a:latin typeface="Courier New" panose="02070309020205020404" pitchFamily="49" charset="0"/>
                  <a:cs typeface="Courier New" panose="02070309020205020404" pitchFamily="49" charset="0"/>
                </a:rPr>
                <a:t> сайту), але </a:t>
              </a:r>
              <a:r>
                <a:rPr lang="ru-RU" b="1" dirty="0" err="1">
                  <a:latin typeface="Courier New" panose="02070309020205020404" pitchFamily="49" charset="0"/>
                  <a:cs typeface="Courier New" panose="02070309020205020404" pitchFamily="49" charset="0"/>
                </a:rPr>
                <a:t>ще</a:t>
              </a:r>
              <a:endParaRPr lang="ru-RU" b="1" dirty="0">
                <a:latin typeface="Courier New" panose="02070309020205020404" pitchFamily="49" charset="0"/>
                <a:cs typeface="Courier New" panose="02070309020205020404" pitchFamily="49" charset="0"/>
              </a:endParaRPr>
            </a:p>
            <a:p>
              <a:r>
                <a:rPr lang="ru-RU" b="1" dirty="0">
                  <a:latin typeface="Courier New" panose="02070309020205020404" pitchFamily="49" charset="0"/>
                  <a:cs typeface="Courier New" panose="02070309020205020404" pitchFamily="49" charset="0"/>
                </a:rPr>
                <a:t>допустимо, коли </a:t>
              </a:r>
              <a:r>
                <a:rPr lang="en-US" b="1" dirty="0">
                  <a:solidFill>
                    <a:srgbClr val="C00000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footer</a:t>
              </a:r>
              <a:r>
                <a:rPr lang="en-US" b="1" dirty="0">
                  <a:latin typeface="Courier New" panose="02070309020205020404" pitchFamily="49" charset="0"/>
                  <a:cs typeface="Courier New" panose="02070309020205020404" pitchFamily="49" charset="0"/>
                </a:rPr>
                <a:t> </a:t>
              </a:r>
              <a:r>
                <a:rPr lang="ru-RU" b="1" dirty="0" err="1">
                  <a:latin typeface="Courier New" panose="02070309020205020404" pitchFamily="49" charset="0"/>
                  <a:cs typeface="Courier New" panose="02070309020205020404" pitchFamily="49" charset="0"/>
                </a:rPr>
                <a:t>зустрічаються</a:t>
              </a:r>
              <a:r>
                <a:rPr lang="ru-RU" b="1" dirty="0">
                  <a:latin typeface="Courier New" panose="02070309020205020404" pitchFamily="49" charset="0"/>
                  <a:cs typeface="Courier New" panose="02070309020205020404" pitchFamily="49" charset="0"/>
                </a:rPr>
                <a:t> у </a:t>
              </a:r>
              <a:r>
                <a:rPr lang="ru-RU" b="1" dirty="0" err="1">
                  <a:latin typeface="Courier New" panose="02070309020205020404" pitchFamily="49" charset="0"/>
                  <a:cs typeface="Courier New" panose="02070309020205020404" pitchFamily="49" charset="0"/>
                </a:rPr>
                <a:t>кожної</a:t>
              </a:r>
              <a:r>
                <a:rPr lang="ru-RU" b="1" dirty="0">
                  <a:latin typeface="Courier New" panose="02070309020205020404" pitchFamily="49" charset="0"/>
                  <a:cs typeface="Courier New" panose="02070309020205020404" pitchFamily="49" charset="0"/>
                </a:rPr>
                <a:t> </a:t>
              </a:r>
              <a:r>
                <a:rPr lang="ru-RU" b="1" dirty="0" err="1">
                  <a:latin typeface="Courier New" panose="02070309020205020404" pitchFamily="49" charset="0"/>
                  <a:cs typeface="Courier New" panose="02070309020205020404" pitchFamily="49" charset="0"/>
                </a:rPr>
                <a:t>статті</a:t>
              </a:r>
              <a:r>
                <a:rPr lang="ru-RU" b="1" dirty="0">
                  <a:latin typeface="Courier New" panose="02070309020205020404" pitchFamily="49" charset="0"/>
                  <a:cs typeface="Courier New" panose="02070309020205020404" pitchFamily="49" charset="0"/>
                </a:rPr>
                <a:t> </a:t>
              </a:r>
              <a:r>
                <a:rPr lang="ru-RU" b="1" dirty="0" err="1">
                  <a:latin typeface="Courier New" panose="02070309020205020404" pitchFamily="49" charset="0"/>
                  <a:cs typeface="Courier New" panose="02070309020205020404" pitchFamily="49" charset="0"/>
                </a:rPr>
                <a:t>або</a:t>
              </a:r>
              <a:r>
                <a:rPr lang="ru-RU" b="1" dirty="0">
                  <a:latin typeface="Courier New" panose="02070309020205020404" pitchFamily="49" charset="0"/>
                  <a:cs typeface="Courier New" panose="02070309020205020404" pitchFamily="49" charset="0"/>
                </a:rPr>
                <a:t>,</a:t>
              </a:r>
            </a:p>
            <a:p>
              <a:r>
                <a:rPr lang="ru-RU" b="1" dirty="0" err="1">
                  <a:latin typeface="Courier New" panose="02070309020205020404" pitchFamily="49" charset="0"/>
                  <a:cs typeface="Courier New" panose="02070309020205020404" pitchFamily="49" charset="0"/>
                </a:rPr>
                <a:t>наприклад</a:t>
              </a:r>
              <a:r>
                <a:rPr lang="ru-RU" b="1" dirty="0">
                  <a:latin typeface="Courier New" panose="02070309020205020404" pitchFamily="49" charset="0"/>
                  <a:cs typeface="Courier New" panose="02070309020205020404" pitchFamily="49" charset="0"/>
                </a:rPr>
                <a:t>, </a:t>
              </a:r>
              <a:r>
                <a:rPr lang="ru-RU" b="1" dirty="0" err="1">
                  <a:latin typeface="Courier New" panose="02070309020205020404" pitchFamily="49" charset="0"/>
                  <a:cs typeface="Courier New" panose="02070309020205020404" pitchFamily="49" charset="0"/>
                </a:rPr>
                <a:t>цитати</a:t>
              </a:r>
              <a:r>
                <a:rPr lang="ru-RU" b="1" dirty="0">
                  <a:latin typeface="Courier New" panose="02070309020205020404" pitchFamily="49" charset="0"/>
                  <a:cs typeface="Courier New" panose="02070309020205020404" pitchFamily="49" charset="0"/>
                </a:rPr>
                <a:t>.</a:t>
              </a:r>
            </a:p>
          </p:txBody>
        </p:sp>
        <p:sp>
          <p:nvSpPr>
            <p:cNvPr id="3" name="TextBox 2"/>
            <p:cNvSpPr txBox="1"/>
            <p:nvPr/>
          </p:nvSpPr>
          <p:spPr>
            <a:xfrm>
              <a:off x="179512" y="329754"/>
              <a:ext cx="1512168" cy="400110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  <a:ln w="12700"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US" sz="2000" b="1" dirty="0">
                  <a:latin typeface="Courier New" panose="02070309020205020404" pitchFamily="49" charset="0"/>
                  <a:cs typeface="Courier New" panose="02070309020205020404" pitchFamily="49" charset="0"/>
                </a:rPr>
                <a:t>&lt;footer&gt;</a:t>
              </a:r>
              <a:endParaRPr lang="ru-RU" sz="2000" b="1" dirty="0"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34058850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Рисунок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45292" y="0"/>
            <a:ext cx="5653416" cy="6858000"/>
          </a:xfrm>
          <a:prstGeom prst="rect">
            <a:avLst/>
          </a:prstGeom>
        </p:spPr>
      </p:pic>
      <p:sp>
        <p:nvSpPr>
          <p:cNvPr id="5" name="Прямоугольник 4"/>
          <p:cNvSpPr/>
          <p:nvPr/>
        </p:nvSpPr>
        <p:spPr>
          <a:xfrm>
            <a:off x="1745292" y="0"/>
            <a:ext cx="5653416" cy="908720"/>
          </a:xfrm>
          <a:prstGeom prst="rect">
            <a:avLst/>
          </a:prstGeom>
          <a:solidFill>
            <a:srgbClr val="FFFF00">
              <a:alpha val="78000"/>
            </a:srgbClr>
          </a:solidFill>
          <a:ln w="28575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accent2"/>
                </a:solidFill>
              </a:rPr>
              <a:t>&lt;header&gt;&lt;/header&gt;</a:t>
            </a:r>
            <a:endParaRPr lang="ru-RU" b="1" dirty="0">
              <a:solidFill>
                <a:schemeClr val="accent2"/>
              </a:solidFill>
            </a:endParaRPr>
          </a:p>
        </p:txBody>
      </p:sp>
      <p:sp>
        <p:nvSpPr>
          <p:cNvPr id="6" name="Прямоугольник 5"/>
          <p:cNvSpPr/>
          <p:nvPr/>
        </p:nvSpPr>
        <p:spPr>
          <a:xfrm>
            <a:off x="1763688" y="1008112"/>
            <a:ext cx="2736304" cy="4941168"/>
          </a:xfrm>
          <a:prstGeom prst="rect">
            <a:avLst/>
          </a:prstGeom>
          <a:solidFill>
            <a:srgbClr val="92D050">
              <a:alpha val="86000"/>
            </a:srgbClr>
          </a:solidFill>
          <a:ln w="28575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b="1" dirty="0">
                <a:solidFill>
                  <a:schemeClr val="accent2"/>
                </a:solidFill>
              </a:rPr>
              <a:t>&lt;div&gt;</a:t>
            </a:r>
          </a:p>
          <a:p>
            <a:endParaRPr lang="en-US" b="1" dirty="0">
              <a:solidFill>
                <a:schemeClr val="accent2"/>
              </a:solidFill>
            </a:endParaRPr>
          </a:p>
          <a:p>
            <a:endParaRPr lang="en-US" b="1" dirty="0">
              <a:solidFill>
                <a:schemeClr val="accent2"/>
              </a:solidFill>
            </a:endParaRPr>
          </a:p>
          <a:p>
            <a:endParaRPr lang="en-US" b="1" dirty="0">
              <a:solidFill>
                <a:schemeClr val="accent2"/>
              </a:solidFill>
            </a:endParaRPr>
          </a:p>
          <a:p>
            <a:endParaRPr lang="en-US" b="1" dirty="0">
              <a:solidFill>
                <a:schemeClr val="accent2"/>
              </a:solidFill>
            </a:endParaRPr>
          </a:p>
          <a:p>
            <a:endParaRPr lang="en-US" b="1" dirty="0">
              <a:solidFill>
                <a:schemeClr val="accent2"/>
              </a:solidFill>
            </a:endParaRPr>
          </a:p>
          <a:p>
            <a:endParaRPr lang="en-US" b="1" dirty="0">
              <a:solidFill>
                <a:schemeClr val="accent2"/>
              </a:solidFill>
            </a:endParaRPr>
          </a:p>
          <a:p>
            <a:endParaRPr lang="en-US" b="1" dirty="0">
              <a:solidFill>
                <a:schemeClr val="accent2"/>
              </a:solidFill>
            </a:endParaRPr>
          </a:p>
          <a:p>
            <a:endParaRPr lang="en-US" b="1" dirty="0">
              <a:solidFill>
                <a:schemeClr val="accent2"/>
              </a:solidFill>
            </a:endParaRPr>
          </a:p>
          <a:p>
            <a:endParaRPr lang="en-US" b="1" dirty="0">
              <a:solidFill>
                <a:schemeClr val="accent2"/>
              </a:solidFill>
            </a:endParaRPr>
          </a:p>
          <a:p>
            <a:endParaRPr lang="en-US" b="1" dirty="0">
              <a:solidFill>
                <a:schemeClr val="accent2"/>
              </a:solidFill>
            </a:endParaRPr>
          </a:p>
          <a:p>
            <a:endParaRPr lang="en-US" b="1" dirty="0">
              <a:solidFill>
                <a:schemeClr val="accent2"/>
              </a:solidFill>
            </a:endParaRPr>
          </a:p>
          <a:p>
            <a:endParaRPr lang="en-US" b="1" dirty="0">
              <a:solidFill>
                <a:schemeClr val="accent2"/>
              </a:solidFill>
            </a:endParaRPr>
          </a:p>
          <a:p>
            <a:endParaRPr lang="en-US" b="1" dirty="0">
              <a:solidFill>
                <a:schemeClr val="accent2"/>
              </a:solidFill>
            </a:endParaRPr>
          </a:p>
          <a:p>
            <a:endParaRPr lang="en-US" b="1" dirty="0">
              <a:solidFill>
                <a:schemeClr val="accent2"/>
              </a:solidFill>
            </a:endParaRPr>
          </a:p>
          <a:p>
            <a:endParaRPr lang="en-US" b="1" dirty="0">
              <a:solidFill>
                <a:schemeClr val="accent2"/>
              </a:solidFill>
            </a:endParaRPr>
          </a:p>
          <a:p>
            <a:r>
              <a:rPr lang="en-US" b="1" dirty="0">
                <a:solidFill>
                  <a:schemeClr val="accent2"/>
                </a:solidFill>
              </a:rPr>
              <a:t>&lt;/div&gt;</a:t>
            </a:r>
            <a:endParaRPr lang="ru-RU" b="1" dirty="0">
              <a:solidFill>
                <a:schemeClr val="accent2"/>
              </a:solidFill>
            </a:endParaRPr>
          </a:p>
        </p:txBody>
      </p:sp>
      <p:sp>
        <p:nvSpPr>
          <p:cNvPr id="7" name="Прямоугольник 6"/>
          <p:cNvSpPr/>
          <p:nvPr/>
        </p:nvSpPr>
        <p:spPr>
          <a:xfrm>
            <a:off x="4533900" y="1008112"/>
            <a:ext cx="1046212" cy="4941168"/>
          </a:xfrm>
          <a:prstGeom prst="rect">
            <a:avLst/>
          </a:prstGeom>
          <a:solidFill>
            <a:srgbClr val="92D050">
              <a:alpha val="86000"/>
            </a:srgbClr>
          </a:solidFill>
          <a:ln w="28575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b="1" dirty="0">
                <a:solidFill>
                  <a:schemeClr val="accent2"/>
                </a:solidFill>
              </a:rPr>
              <a:t>&lt;div&gt;</a:t>
            </a:r>
          </a:p>
          <a:p>
            <a:endParaRPr lang="en-US" b="1" dirty="0">
              <a:solidFill>
                <a:schemeClr val="accent2"/>
              </a:solidFill>
            </a:endParaRPr>
          </a:p>
          <a:p>
            <a:endParaRPr lang="en-US" b="1" dirty="0">
              <a:solidFill>
                <a:schemeClr val="accent2"/>
              </a:solidFill>
            </a:endParaRPr>
          </a:p>
          <a:p>
            <a:endParaRPr lang="en-US" b="1" dirty="0">
              <a:solidFill>
                <a:schemeClr val="accent2"/>
              </a:solidFill>
            </a:endParaRPr>
          </a:p>
          <a:p>
            <a:endParaRPr lang="en-US" b="1" dirty="0">
              <a:solidFill>
                <a:schemeClr val="accent2"/>
              </a:solidFill>
            </a:endParaRPr>
          </a:p>
          <a:p>
            <a:endParaRPr lang="en-US" b="1" dirty="0">
              <a:solidFill>
                <a:schemeClr val="accent2"/>
              </a:solidFill>
            </a:endParaRPr>
          </a:p>
          <a:p>
            <a:endParaRPr lang="en-US" b="1" dirty="0">
              <a:solidFill>
                <a:schemeClr val="accent2"/>
              </a:solidFill>
            </a:endParaRPr>
          </a:p>
          <a:p>
            <a:endParaRPr lang="en-US" b="1" dirty="0">
              <a:solidFill>
                <a:schemeClr val="accent2"/>
              </a:solidFill>
            </a:endParaRPr>
          </a:p>
          <a:p>
            <a:endParaRPr lang="en-US" b="1" dirty="0">
              <a:solidFill>
                <a:schemeClr val="accent2"/>
              </a:solidFill>
            </a:endParaRPr>
          </a:p>
          <a:p>
            <a:endParaRPr lang="en-US" b="1" dirty="0">
              <a:solidFill>
                <a:schemeClr val="accent2"/>
              </a:solidFill>
            </a:endParaRPr>
          </a:p>
          <a:p>
            <a:endParaRPr lang="en-US" b="1" dirty="0">
              <a:solidFill>
                <a:schemeClr val="accent2"/>
              </a:solidFill>
            </a:endParaRPr>
          </a:p>
          <a:p>
            <a:endParaRPr lang="en-US" b="1" dirty="0">
              <a:solidFill>
                <a:schemeClr val="accent2"/>
              </a:solidFill>
            </a:endParaRPr>
          </a:p>
          <a:p>
            <a:endParaRPr lang="en-US" b="1" dirty="0">
              <a:solidFill>
                <a:schemeClr val="accent2"/>
              </a:solidFill>
            </a:endParaRPr>
          </a:p>
          <a:p>
            <a:endParaRPr lang="en-US" b="1" dirty="0">
              <a:solidFill>
                <a:schemeClr val="accent2"/>
              </a:solidFill>
            </a:endParaRPr>
          </a:p>
          <a:p>
            <a:endParaRPr lang="en-US" b="1" dirty="0">
              <a:solidFill>
                <a:schemeClr val="accent2"/>
              </a:solidFill>
            </a:endParaRPr>
          </a:p>
          <a:p>
            <a:endParaRPr lang="en-US" b="1" dirty="0">
              <a:solidFill>
                <a:schemeClr val="accent2"/>
              </a:solidFill>
            </a:endParaRPr>
          </a:p>
          <a:p>
            <a:r>
              <a:rPr lang="en-US" b="1" dirty="0">
                <a:solidFill>
                  <a:schemeClr val="accent2"/>
                </a:solidFill>
              </a:rPr>
              <a:t>&lt;/div&gt;</a:t>
            </a:r>
            <a:endParaRPr lang="ru-RU" b="1" dirty="0">
              <a:solidFill>
                <a:schemeClr val="accent2"/>
              </a:solidFill>
            </a:endParaRPr>
          </a:p>
        </p:txBody>
      </p:sp>
      <p:sp>
        <p:nvSpPr>
          <p:cNvPr id="8" name="Прямоугольник 7"/>
          <p:cNvSpPr/>
          <p:nvPr/>
        </p:nvSpPr>
        <p:spPr>
          <a:xfrm>
            <a:off x="5614020" y="1008112"/>
            <a:ext cx="1784688" cy="4941168"/>
          </a:xfrm>
          <a:prstGeom prst="rect">
            <a:avLst/>
          </a:prstGeom>
          <a:solidFill>
            <a:srgbClr val="92D050">
              <a:alpha val="86000"/>
            </a:srgbClr>
          </a:solidFill>
          <a:ln w="28575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b="1" dirty="0">
                <a:solidFill>
                  <a:schemeClr val="accent2"/>
                </a:solidFill>
              </a:rPr>
              <a:t>&lt;div&gt;</a:t>
            </a:r>
          </a:p>
          <a:p>
            <a:endParaRPr lang="en-US" b="1" dirty="0">
              <a:solidFill>
                <a:schemeClr val="accent2"/>
              </a:solidFill>
            </a:endParaRPr>
          </a:p>
          <a:p>
            <a:endParaRPr lang="en-US" b="1" dirty="0">
              <a:solidFill>
                <a:schemeClr val="accent2"/>
              </a:solidFill>
            </a:endParaRPr>
          </a:p>
          <a:p>
            <a:endParaRPr lang="en-US" b="1" dirty="0">
              <a:solidFill>
                <a:schemeClr val="accent2"/>
              </a:solidFill>
            </a:endParaRPr>
          </a:p>
          <a:p>
            <a:endParaRPr lang="en-US" b="1" dirty="0">
              <a:solidFill>
                <a:schemeClr val="accent2"/>
              </a:solidFill>
            </a:endParaRPr>
          </a:p>
          <a:p>
            <a:endParaRPr lang="en-US" b="1" dirty="0">
              <a:solidFill>
                <a:schemeClr val="accent2"/>
              </a:solidFill>
            </a:endParaRPr>
          </a:p>
          <a:p>
            <a:endParaRPr lang="en-US" b="1" dirty="0">
              <a:solidFill>
                <a:schemeClr val="accent2"/>
              </a:solidFill>
            </a:endParaRPr>
          </a:p>
          <a:p>
            <a:endParaRPr lang="en-US" b="1" dirty="0">
              <a:solidFill>
                <a:schemeClr val="accent2"/>
              </a:solidFill>
            </a:endParaRPr>
          </a:p>
          <a:p>
            <a:endParaRPr lang="en-US" b="1" dirty="0">
              <a:solidFill>
                <a:schemeClr val="accent2"/>
              </a:solidFill>
            </a:endParaRPr>
          </a:p>
          <a:p>
            <a:endParaRPr lang="en-US" b="1" dirty="0">
              <a:solidFill>
                <a:schemeClr val="accent2"/>
              </a:solidFill>
            </a:endParaRPr>
          </a:p>
          <a:p>
            <a:endParaRPr lang="en-US" b="1" dirty="0">
              <a:solidFill>
                <a:schemeClr val="accent2"/>
              </a:solidFill>
            </a:endParaRPr>
          </a:p>
          <a:p>
            <a:endParaRPr lang="en-US" b="1" dirty="0">
              <a:solidFill>
                <a:schemeClr val="accent2"/>
              </a:solidFill>
            </a:endParaRPr>
          </a:p>
          <a:p>
            <a:endParaRPr lang="en-US" b="1" dirty="0">
              <a:solidFill>
                <a:schemeClr val="accent2"/>
              </a:solidFill>
            </a:endParaRPr>
          </a:p>
          <a:p>
            <a:endParaRPr lang="en-US" b="1" dirty="0">
              <a:solidFill>
                <a:schemeClr val="accent2"/>
              </a:solidFill>
            </a:endParaRPr>
          </a:p>
          <a:p>
            <a:endParaRPr lang="en-US" b="1" dirty="0">
              <a:solidFill>
                <a:schemeClr val="accent2"/>
              </a:solidFill>
            </a:endParaRPr>
          </a:p>
          <a:p>
            <a:endParaRPr lang="en-US" b="1" dirty="0">
              <a:solidFill>
                <a:schemeClr val="accent2"/>
              </a:solidFill>
            </a:endParaRPr>
          </a:p>
          <a:p>
            <a:r>
              <a:rPr lang="en-US" b="1" dirty="0">
                <a:solidFill>
                  <a:schemeClr val="accent2"/>
                </a:solidFill>
              </a:rPr>
              <a:t>&lt;/div&gt;</a:t>
            </a:r>
            <a:endParaRPr lang="ru-RU" b="1" dirty="0">
              <a:solidFill>
                <a:schemeClr val="accent2"/>
              </a:solidFill>
            </a:endParaRPr>
          </a:p>
        </p:txBody>
      </p:sp>
      <p:sp>
        <p:nvSpPr>
          <p:cNvPr id="9" name="Прямоугольник 8"/>
          <p:cNvSpPr/>
          <p:nvPr/>
        </p:nvSpPr>
        <p:spPr>
          <a:xfrm>
            <a:off x="1835696" y="1340768"/>
            <a:ext cx="2592288" cy="1800200"/>
          </a:xfrm>
          <a:prstGeom prst="rect">
            <a:avLst/>
          </a:prstGeom>
          <a:solidFill>
            <a:srgbClr val="FFFF00">
              <a:alpha val="78000"/>
            </a:srgbClr>
          </a:solidFill>
          <a:ln w="28575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b="1" dirty="0">
                <a:solidFill>
                  <a:schemeClr val="accent2"/>
                </a:solidFill>
              </a:rPr>
              <a:t>&lt;article&gt;</a:t>
            </a:r>
          </a:p>
          <a:p>
            <a:endParaRPr lang="en-US" b="1" dirty="0">
              <a:solidFill>
                <a:schemeClr val="accent2"/>
              </a:solidFill>
            </a:endParaRPr>
          </a:p>
          <a:p>
            <a:endParaRPr lang="en-US" b="1" dirty="0">
              <a:solidFill>
                <a:schemeClr val="accent2"/>
              </a:solidFill>
            </a:endParaRPr>
          </a:p>
          <a:p>
            <a:endParaRPr lang="en-US" b="1" dirty="0">
              <a:solidFill>
                <a:schemeClr val="accent2"/>
              </a:solidFill>
            </a:endParaRPr>
          </a:p>
          <a:p>
            <a:endParaRPr lang="en-US" b="1" dirty="0">
              <a:solidFill>
                <a:schemeClr val="accent2"/>
              </a:solidFill>
            </a:endParaRPr>
          </a:p>
          <a:p>
            <a:r>
              <a:rPr lang="en-US" b="1" dirty="0">
                <a:solidFill>
                  <a:schemeClr val="accent2"/>
                </a:solidFill>
              </a:rPr>
              <a:t>&lt;/article&gt;</a:t>
            </a:r>
            <a:endParaRPr lang="ru-RU" b="1" dirty="0">
              <a:solidFill>
                <a:schemeClr val="accent2"/>
              </a:solidFill>
            </a:endParaRPr>
          </a:p>
        </p:txBody>
      </p:sp>
      <p:sp>
        <p:nvSpPr>
          <p:cNvPr id="10" name="Прямоугольник 9"/>
          <p:cNvSpPr/>
          <p:nvPr/>
        </p:nvSpPr>
        <p:spPr>
          <a:xfrm>
            <a:off x="1835696" y="3212976"/>
            <a:ext cx="2592288" cy="2088232"/>
          </a:xfrm>
          <a:prstGeom prst="rect">
            <a:avLst/>
          </a:prstGeom>
          <a:solidFill>
            <a:srgbClr val="FFFF00">
              <a:alpha val="78000"/>
            </a:srgbClr>
          </a:solidFill>
          <a:ln w="28575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b="1" dirty="0">
                <a:solidFill>
                  <a:schemeClr val="accent2"/>
                </a:solidFill>
              </a:rPr>
              <a:t>&lt;article&gt;</a:t>
            </a:r>
          </a:p>
          <a:p>
            <a:endParaRPr lang="en-US" b="1" dirty="0">
              <a:solidFill>
                <a:schemeClr val="accent2"/>
              </a:solidFill>
            </a:endParaRPr>
          </a:p>
          <a:p>
            <a:endParaRPr lang="en-US" b="1" dirty="0">
              <a:solidFill>
                <a:schemeClr val="accent2"/>
              </a:solidFill>
            </a:endParaRPr>
          </a:p>
          <a:p>
            <a:endParaRPr lang="en-US" b="1" dirty="0">
              <a:solidFill>
                <a:schemeClr val="accent2"/>
              </a:solidFill>
            </a:endParaRPr>
          </a:p>
          <a:p>
            <a:endParaRPr lang="en-US" b="1" dirty="0">
              <a:solidFill>
                <a:schemeClr val="accent2"/>
              </a:solidFill>
            </a:endParaRPr>
          </a:p>
          <a:p>
            <a:r>
              <a:rPr lang="en-US" b="1" dirty="0">
                <a:solidFill>
                  <a:schemeClr val="accent2"/>
                </a:solidFill>
              </a:rPr>
              <a:t>&lt;/article&gt;</a:t>
            </a:r>
            <a:endParaRPr lang="ru-RU" b="1" dirty="0">
              <a:solidFill>
                <a:schemeClr val="accent2"/>
              </a:solidFill>
            </a:endParaRPr>
          </a:p>
        </p:txBody>
      </p:sp>
      <p:sp>
        <p:nvSpPr>
          <p:cNvPr id="11" name="Прямоугольник 10"/>
          <p:cNvSpPr/>
          <p:nvPr/>
        </p:nvSpPr>
        <p:spPr>
          <a:xfrm>
            <a:off x="4572000" y="1340768"/>
            <a:ext cx="1008112" cy="1512168"/>
          </a:xfrm>
          <a:prstGeom prst="rect">
            <a:avLst/>
          </a:prstGeom>
          <a:solidFill>
            <a:srgbClr val="FFFF00">
              <a:alpha val="78000"/>
            </a:srgbClr>
          </a:solidFill>
          <a:ln w="28575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rtlCol="0" anchor="ctr"/>
          <a:lstStyle/>
          <a:p>
            <a:pPr algn="ctr"/>
            <a:r>
              <a:rPr lang="en-US" b="1" dirty="0">
                <a:solidFill>
                  <a:schemeClr val="accent2"/>
                </a:solidFill>
              </a:rPr>
              <a:t>&lt;article&gt;</a:t>
            </a:r>
          </a:p>
        </p:txBody>
      </p:sp>
      <p:sp>
        <p:nvSpPr>
          <p:cNvPr id="12" name="Прямоугольник 11"/>
          <p:cNvSpPr/>
          <p:nvPr/>
        </p:nvSpPr>
        <p:spPr>
          <a:xfrm>
            <a:off x="4562847" y="2924944"/>
            <a:ext cx="1008112" cy="1440160"/>
          </a:xfrm>
          <a:prstGeom prst="rect">
            <a:avLst/>
          </a:prstGeom>
          <a:solidFill>
            <a:srgbClr val="FFFF00">
              <a:alpha val="78000"/>
            </a:srgbClr>
          </a:solidFill>
          <a:ln w="28575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rtlCol="0" anchor="ctr"/>
          <a:lstStyle/>
          <a:p>
            <a:pPr algn="ctr"/>
            <a:r>
              <a:rPr lang="en-US" b="1" dirty="0">
                <a:solidFill>
                  <a:schemeClr val="accent2"/>
                </a:solidFill>
              </a:rPr>
              <a:t>&lt;article&gt;</a:t>
            </a:r>
          </a:p>
        </p:txBody>
      </p:sp>
      <p:sp>
        <p:nvSpPr>
          <p:cNvPr id="13" name="Прямоугольник 12"/>
          <p:cNvSpPr/>
          <p:nvPr/>
        </p:nvSpPr>
        <p:spPr>
          <a:xfrm>
            <a:off x="4572000" y="4437112"/>
            <a:ext cx="1008112" cy="1440160"/>
          </a:xfrm>
          <a:prstGeom prst="rect">
            <a:avLst/>
          </a:prstGeom>
          <a:solidFill>
            <a:srgbClr val="FFFF00">
              <a:alpha val="78000"/>
            </a:srgbClr>
          </a:solidFill>
          <a:ln w="28575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rtlCol="0" anchor="ctr"/>
          <a:lstStyle/>
          <a:p>
            <a:pPr algn="ctr"/>
            <a:r>
              <a:rPr lang="en-US" b="1" dirty="0">
                <a:solidFill>
                  <a:schemeClr val="accent2"/>
                </a:solidFill>
              </a:rPr>
              <a:t>&lt;article&gt;</a:t>
            </a:r>
          </a:p>
        </p:txBody>
      </p:sp>
      <p:sp>
        <p:nvSpPr>
          <p:cNvPr id="14" name="Прямоугольник 13"/>
          <p:cNvSpPr/>
          <p:nvPr/>
        </p:nvSpPr>
        <p:spPr>
          <a:xfrm>
            <a:off x="5652120" y="1340768"/>
            <a:ext cx="1746588" cy="2304256"/>
          </a:xfrm>
          <a:prstGeom prst="rect">
            <a:avLst/>
          </a:prstGeom>
          <a:solidFill>
            <a:srgbClr val="FFFF00">
              <a:alpha val="78000"/>
            </a:srgbClr>
          </a:solidFill>
          <a:ln w="28575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b="1" dirty="0">
                <a:solidFill>
                  <a:schemeClr val="accent2"/>
                </a:solidFill>
              </a:rPr>
              <a:t>&lt;aside&gt;</a:t>
            </a:r>
          </a:p>
          <a:p>
            <a:r>
              <a:rPr lang="en-US" b="1" dirty="0">
                <a:solidFill>
                  <a:schemeClr val="accent2"/>
                </a:solidFill>
              </a:rPr>
              <a:t> </a:t>
            </a:r>
            <a:r>
              <a:rPr lang="en-US" b="1" dirty="0">
                <a:solidFill>
                  <a:srgbClr val="7030A0"/>
                </a:solidFill>
              </a:rPr>
              <a:t>&lt;article&gt;</a:t>
            </a:r>
          </a:p>
          <a:p>
            <a:r>
              <a:rPr lang="en-US" b="1" dirty="0">
                <a:solidFill>
                  <a:srgbClr val="7030A0"/>
                </a:solidFill>
              </a:rPr>
              <a:t> &lt;/article&gt;</a:t>
            </a:r>
          </a:p>
          <a:p>
            <a:endParaRPr lang="en-US" b="1" dirty="0">
              <a:solidFill>
                <a:schemeClr val="accent2"/>
              </a:solidFill>
            </a:endParaRPr>
          </a:p>
          <a:p>
            <a:r>
              <a:rPr lang="en-US" b="1" dirty="0">
                <a:solidFill>
                  <a:schemeClr val="accent2"/>
                </a:solidFill>
              </a:rPr>
              <a:t> </a:t>
            </a:r>
            <a:r>
              <a:rPr lang="en-US" b="1" dirty="0">
                <a:solidFill>
                  <a:srgbClr val="7030A0"/>
                </a:solidFill>
              </a:rPr>
              <a:t>&lt;article&gt;</a:t>
            </a:r>
          </a:p>
          <a:p>
            <a:r>
              <a:rPr lang="en-US" b="1" dirty="0">
                <a:solidFill>
                  <a:srgbClr val="7030A0"/>
                </a:solidFill>
              </a:rPr>
              <a:t> &lt;/article&gt;</a:t>
            </a:r>
          </a:p>
          <a:p>
            <a:endParaRPr lang="en-US" b="1" dirty="0">
              <a:solidFill>
                <a:schemeClr val="accent2"/>
              </a:solidFill>
            </a:endParaRPr>
          </a:p>
          <a:p>
            <a:r>
              <a:rPr lang="en-US" b="1" dirty="0">
                <a:solidFill>
                  <a:schemeClr val="accent2"/>
                </a:solidFill>
              </a:rPr>
              <a:t>&lt;/aside&gt;</a:t>
            </a:r>
            <a:endParaRPr lang="ru-RU" b="1" dirty="0">
              <a:solidFill>
                <a:schemeClr val="accent2"/>
              </a:solidFill>
            </a:endParaRPr>
          </a:p>
        </p:txBody>
      </p:sp>
      <p:sp>
        <p:nvSpPr>
          <p:cNvPr id="15" name="Прямоугольник 14"/>
          <p:cNvSpPr/>
          <p:nvPr/>
        </p:nvSpPr>
        <p:spPr>
          <a:xfrm>
            <a:off x="5652120" y="3717032"/>
            <a:ext cx="1746588" cy="1584176"/>
          </a:xfrm>
          <a:prstGeom prst="rect">
            <a:avLst/>
          </a:prstGeom>
          <a:solidFill>
            <a:srgbClr val="FFFF00">
              <a:alpha val="78000"/>
            </a:srgbClr>
          </a:solidFill>
          <a:ln w="28575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b="1" dirty="0">
                <a:solidFill>
                  <a:schemeClr val="accent2"/>
                </a:solidFill>
              </a:rPr>
              <a:t>&lt;article&gt;</a:t>
            </a:r>
          </a:p>
          <a:p>
            <a:endParaRPr lang="en-US" b="1" dirty="0">
              <a:solidFill>
                <a:schemeClr val="accent2"/>
              </a:solidFill>
            </a:endParaRPr>
          </a:p>
          <a:p>
            <a:endParaRPr lang="en-US" b="1" dirty="0">
              <a:solidFill>
                <a:schemeClr val="accent2"/>
              </a:solidFill>
            </a:endParaRPr>
          </a:p>
          <a:p>
            <a:endParaRPr lang="en-US" b="1" dirty="0">
              <a:solidFill>
                <a:schemeClr val="accent2"/>
              </a:solidFill>
            </a:endParaRPr>
          </a:p>
          <a:p>
            <a:r>
              <a:rPr lang="en-US" b="1" dirty="0">
                <a:solidFill>
                  <a:schemeClr val="accent2"/>
                </a:solidFill>
              </a:rPr>
              <a:t>&lt;/article&gt;</a:t>
            </a:r>
            <a:endParaRPr lang="ru-RU" b="1" dirty="0">
              <a:solidFill>
                <a:schemeClr val="accent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5652569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1000"/>
                            </p:stCondLst>
                            <p:childTnLst>
                              <p:par>
                                <p:cTn id="18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500"/>
                            </p:stCondLst>
                            <p:childTnLst>
                              <p:par>
                                <p:cTn id="2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500"/>
                            </p:stCondLst>
                            <p:childTnLst>
                              <p:par>
                                <p:cTn id="36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1000"/>
                            </p:stCondLst>
                            <p:childTnLst>
                              <p:par>
                                <p:cTn id="40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Рисунок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1774" y="260648"/>
            <a:ext cx="8740452" cy="1997817"/>
          </a:xfrm>
          <a:prstGeom prst="rect">
            <a:avLst/>
          </a:prstGeom>
        </p:spPr>
      </p:pic>
      <p:sp>
        <p:nvSpPr>
          <p:cNvPr id="5" name="Прямоугольник 4"/>
          <p:cNvSpPr/>
          <p:nvPr/>
        </p:nvSpPr>
        <p:spPr>
          <a:xfrm>
            <a:off x="209042" y="260647"/>
            <a:ext cx="8733184" cy="1997817"/>
          </a:xfrm>
          <a:prstGeom prst="rect">
            <a:avLst/>
          </a:prstGeom>
          <a:solidFill>
            <a:srgbClr val="FFFF00">
              <a:alpha val="78000"/>
            </a:srgbClr>
          </a:solidFill>
          <a:ln w="28575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b="1" dirty="0">
                <a:solidFill>
                  <a:schemeClr val="accent2"/>
                </a:solidFill>
              </a:rPr>
              <a:t>&lt;footer&gt;</a:t>
            </a:r>
          </a:p>
          <a:p>
            <a:endParaRPr lang="en-US" b="1" dirty="0">
              <a:solidFill>
                <a:schemeClr val="accent2"/>
              </a:solidFill>
            </a:endParaRPr>
          </a:p>
          <a:p>
            <a:endParaRPr lang="en-US" b="1" dirty="0">
              <a:solidFill>
                <a:schemeClr val="accent2"/>
              </a:solidFill>
            </a:endParaRPr>
          </a:p>
          <a:p>
            <a:endParaRPr lang="en-US" b="1" dirty="0">
              <a:solidFill>
                <a:schemeClr val="accent2"/>
              </a:solidFill>
            </a:endParaRPr>
          </a:p>
          <a:p>
            <a:endParaRPr lang="en-US" b="1" dirty="0">
              <a:solidFill>
                <a:schemeClr val="accent2"/>
              </a:solidFill>
            </a:endParaRPr>
          </a:p>
          <a:p>
            <a:endParaRPr lang="en-US" b="1" dirty="0">
              <a:solidFill>
                <a:schemeClr val="accent2"/>
              </a:solidFill>
            </a:endParaRPr>
          </a:p>
          <a:p>
            <a:r>
              <a:rPr lang="en-US" b="1" dirty="0">
                <a:solidFill>
                  <a:schemeClr val="accent2"/>
                </a:solidFill>
              </a:rPr>
              <a:t>&lt;/footer&gt;</a:t>
            </a:r>
            <a:endParaRPr lang="ru-RU" b="1" dirty="0">
              <a:solidFill>
                <a:schemeClr val="accent2"/>
              </a:solidFill>
            </a:endParaRPr>
          </a:p>
        </p:txBody>
      </p:sp>
      <p:sp>
        <p:nvSpPr>
          <p:cNvPr id="6" name="Прямоугольник 5"/>
          <p:cNvSpPr/>
          <p:nvPr/>
        </p:nvSpPr>
        <p:spPr>
          <a:xfrm>
            <a:off x="268498" y="556692"/>
            <a:ext cx="8623981" cy="928092"/>
          </a:xfrm>
          <a:prstGeom prst="rect">
            <a:avLst/>
          </a:prstGeom>
          <a:solidFill>
            <a:schemeClr val="bg2">
              <a:lumMod val="90000"/>
              <a:alpha val="78000"/>
            </a:schemeClr>
          </a:solidFill>
          <a:ln w="28575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b="1" dirty="0">
                <a:solidFill>
                  <a:schemeClr val="accent2"/>
                </a:solidFill>
              </a:rPr>
              <a:t>&lt;section&gt;</a:t>
            </a:r>
          </a:p>
          <a:p>
            <a:endParaRPr lang="en-US" b="1" dirty="0">
              <a:solidFill>
                <a:schemeClr val="accent2"/>
              </a:solidFill>
            </a:endParaRPr>
          </a:p>
          <a:p>
            <a:r>
              <a:rPr lang="en-US" b="1" dirty="0">
                <a:solidFill>
                  <a:schemeClr val="accent2"/>
                </a:solidFill>
              </a:rPr>
              <a:t>&lt;/section&gt;</a:t>
            </a:r>
            <a:endParaRPr lang="ru-RU" b="1" dirty="0">
              <a:solidFill>
                <a:schemeClr val="accent2"/>
              </a:solidFill>
            </a:endParaRPr>
          </a:p>
        </p:txBody>
      </p:sp>
      <p:sp>
        <p:nvSpPr>
          <p:cNvPr id="7" name="Прямоугольник 6"/>
          <p:cNvSpPr/>
          <p:nvPr/>
        </p:nvSpPr>
        <p:spPr>
          <a:xfrm>
            <a:off x="268499" y="1492796"/>
            <a:ext cx="8623981" cy="464046"/>
          </a:xfrm>
          <a:prstGeom prst="rect">
            <a:avLst/>
          </a:prstGeom>
          <a:solidFill>
            <a:schemeClr val="bg2">
              <a:lumMod val="90000"/>
              <a:alpha val="78000"/>
            </a:schemeClr>
          </a:solidFill>
          <a:ln w="28575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b="1" dirty="0">
                <a:solidFill>
                  <a:schemeClr val="accent2"/>
                </a:solidFill>
              </a:rPr>
              <a:t>&lt;section&gt;  &lt;/section&gt;</a:t>
            </a:r>
            <a:endParaRPr lang="ru-RU" b="1" dirty="0">
              <a:solidFill>
                <a:schemeClr val="accent2"/>
              </a:solidFill>
            </a:endParaRPr>
          </a:p>
        </p:txBody>
      </p:sp>
      <p:sp>
        <p:nvSpPr>
          <p:cNvPr id="8" name="Прямоугольник 7"/>
          <p:cNvSpPr/>
          <p:nvPr/>
        </p:nvSpPr>
        <p:spPr>
          <a:xfrm>
            <a:off x="1780667" y="649263"/>
            <a:ext cx="1927237" cy="638867"/>
          </a:xfrm>
          <a:prstGeom prst="rect">
            <a:avLst/>
          </a:prstGeom>
          <a:solidFill>
            <a:schemeClr val="tx2">
              <a:lumMod val="20000"/>
              <a:lumOff val="80000"/>
              <a:alpha val="78000"/>
            </a:schemeClr>
          </a:solidFill>
          <a:ln w="28575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b="1" dirty="0">
                <a:solidFill>
                  <a:schemeClr val="accent2"/>
                </a:solidFill>
              </a:rPr>
              <a:t>&lt;section&gt;</a:t>
            </a:r>
          </a:p>
          <a:p>
            <a:r>
              <a:rPr lang="en-US" b="1" dirty="0">
                <a:solidFill>
                  <a:schemeClr val="accent2"/>
                </a:solidFill>
              </a:rPr>
              <a:t>&lt;/section&gt;</a:t>
            </a:r>
            <a:endParaRPr lang="ru-RU" b="1" dirty="0">
              <a:solidFill>
                <a:schemeClr val="accent2"/>
              </a:solidFill>
            </a:endParaRPr>
          </a:p>
        </p:txBody>
      </p:sp>
      <p:sp>
        <p:nvSpPr>
          <p:cNvPr id="13" name="Прямоугольник 12"/>
          <p:cNvSpPr/>
          <p:nvPr/>
        </p:nvSpPr>
        <p:spPr>
          <a:xfrm>
            <a:off x="3796891" y="649263"/>
            <a:ext cx="1927237" cy="638867"/>
          </a:xfrm>
          <a:prstGeom prst="rect">
            <a:avLst/>
          </a:prstGeom>
          <a:solidFill>
            <a:schemeClr val="tx2">
              <a:lumMod val="20000"/>
              <a:lumOff val="80000"/>
              <a:alpha val="78000"/>
            </a:schemeClr>
          </a:solidFill>
          <a:ln w="28575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b="1" dirty="0">
                <a:solidFill>
                  <a:schemeClr val="accent2"/>
                </a:solidFill>
              </a:rPr>
              <a:t>&lt;section&gt;</a:t>
            </a:r>
          </a:p>
          <a:p>
            <a:r>
              <a:rPr lang="en-US" b="1" dirty="0">
                <a:solidFill>
                  <a:schemeClr val="accent2"/>
                </a:solidFill>
              </a:rPr>
              <a:t>&lt;/section&gt;</a:t>
            </a:r>
            <a:endParaRPr lang="ru-RU" b="1" dirty="0">
              <a:solidFill>
                <a:schemeClr val="accent2"/>
              </a:solidFill>
            </a:endParaRPr>
          </a:p>
        </p:txBody>
      </p:sp>
      <p:sp>
        <p:nvSpPr>
          <p:cNvPr id="14" name="Прямоугольник 13"/>
          <p:cNvSpPr/>
          <p:nvPr/>
        </p:nvSpPr>
        <p:spPr>
          <a:xfrm>
            <a:off x="5813115" y="649263"/>
            <a:ext cx="1927237" cy="638867"/>
          </a:xfrm>
          <a:prstGeom prst="rect">
            <a:avLst/>
          </a:prstGeom>
          <a:solidFill>
            <a:schemeClr val="tx2">
              <a:lumMod val="20000"/>
              <a:lumOff val="80000"/>
              <a:alpha val="78000"/>
            </a:schemeClr>
          </a:solidFill>
          <a:ln w="28575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b="1" dirty="0">
                <a:solidFill>
                  <a:schemeClr val="accent2"/>
                </a:solidFill>
              </a:rPr>
              <a:t>&lt;section&gt;</a:t>
            </a:r>
          </a:p>
          <a:p>
            <a:r>
              <a:rPr lang="en-US" b="1" dirty="0">
                <a:solidFill>
                  <a:schemeClr val="accent2"/>
                </a:solidFill>
              </a:rPr>
              <a:t>&lt;/section&gt;</a:t>
            </a:r>
            <a:endParaRPr lang="ru-RU" b="1" dirty="0">
              <a:solidFill>
                <a:schemeClr val="accent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021287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500"/>
                            </p:stCondLst>
                            <p:childTnLst>
                              <p:par>
                                <p:cTn id="2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1000"/>
                            </p:stCondLst>
                            <p:childTnLst>
                              <p:par>
                                <p:cTn id="26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7" grpId="0" animBg="1"/>
      <p:bldP spid="8" grpId="0" animBg="1"/>
      <p:bldP spid="13" grpId="0" animBg="1"/>
      <p:bldP spid="14" grpId="0" animBg="1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Box 14"/>
          <p:cNvSpPr txBox="1"/>
          <p:nvPr/>
        </p:nvSpPr>
        <p:spPr>
          <a:xfrm>
            <a:off x="69452" y="118373"/>
            <a:ext cx="8967044" cy="646331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ru-RU" b="1" dirty="0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1. </a:t>
            </a:r>
            <a:r>
              <a:rPr lang="ru-RU" b="1" dirty="0" err="1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Чому</a:t>
            </a:r>
            <a:r>
              <a:rPr lang="ru-RU" b="1" dirty="0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колонки не </a:t>
            </a:r>
            <a:r>
              <a:rPr lang="en-US" b="1" dirty="0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&lt;section&gt; </a:t>
            </a:r>
            <a:r>
              <a:rPr lang="ru-RU" b="1" dirty="0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?</a:t>
            </a:r>
          </a:p>
          <a:p>
            <a:r>
              <a:rPr lang="ru-RU" b="1" dirty="0">
                <a:latin typeface="Courier New" panose="02070309020205020404" pitchFamily="49" charset="0"/>
                <a:cs typeface="Courier New" panose="02070309020205020404" pitchFamily="49" charset="0"/>
              </a:rPr>
              <a:t>  - контент у колонках не </a:t>
            </a:r>
            <a:r>
              <a:rPr lang="ru-RU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містить</a:t>
            </a:r>
            <a:r>
              <a:rPr lang="ru-RU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ru-RU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окремого</a:t>
            </a:r>
            <a:r>
              <a:rPr lang="ru-RU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ru-RU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розділу</a:t>
            </a:r>
            <a:r>
              <a:rPr lang="ru-RU" b="1" dirty="0">
                <a:latin typeface="Courier New" panose="02070309020205020404" pitchFamily="49" charset="0"/>
                <a:cs typeface="Courier New" panose="02070309020205020404" pitchFamily="49" charset="0"/>
              </a:rPr>
              <a:t>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2474" y="838453"/>
            <a:ext cx="8984022" cy="646331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ru-RU" b="1" dirty="0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2. </a:t>
            </a:r>
            <a:r>
              <a:rPr lang="ru-RU" b="1" dirty="0" err="1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Чому</a:t>
            </a:r>
            <a:r>
              <a:rPr lang="ru-RU" b="1" dirty="0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ru-RU" b="1" dirty="0" err="1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банери</a:t>
            </a:r>
            <a:r>
              <a:rPr lang="ru-RU" b="1" dirty="0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в </a:t>
            </a:r>
            <a:r>
              <a:rPr lang="ru-RU" b="1" dirty="0" err="1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тезі</a:t>
            </a:r>
            <a:r>
              <a:rPr lang="ru-RU" b="1" dirty="0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b="1" dirty="0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&lt;aside&gt; </a:t>
            </a:r>
            <a:r>
              <a:rPr lang="ru-RU" b="1" dirty="0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?</a:t>
            </a:r>
          </a:p>
          <a:p>
            <a:r>
              <a:rPr lang="ru-RU" b="1" dirty="0">
                <a:latin typeface="Courier New" panose="02070309020205020404" pitchFamily="49" charset="0"/>
                <a:cs typeface="Courier New" panose="02070309020205020404" pitchFamily="49" charset="0"/>
              </a:rPr>
              <a:t>  - </a:t>
            </a:r>
            <a:r>
              <a:rPr lang="ru-RU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банери</a:t>
            </a:r>
            <a:r>
              <a:rPr lang="ru-RU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ru-RU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мають</a:t>
            </a:r>
            <a:r>
              <a:rPr lang="ru-RU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ru-RU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опосередковане</a:t>
            </a:r>
            <a:r>
              <a:rPr lang="ru-RU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ru-RU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відношення</a:t>
            </a:r>
            <a:r>
              <a:rPr lang="ru-RU" b="1" dirty="0">
                <a:latin typeface="Courier New" panose="02070309020205020404" pitchFamily="49" charset="0"/>
                <a:cs typeface="Courier New" panose="02070309020205020404" pitchFamily="49" charset="0"/>
              </a:rPr>
              <a:t> до контенту сайту.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9452" y="1558533"/>
            <a:ext cx="8967044" cy="923330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ru-RU" b="1" dirty="0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3. </a:t>
            </a:r>
            <a:r>
              <a:rPr lang="ru-RU" b="1" dirty="0" err="1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Чому</a:t>
            </a:r>
            <a:r>
              <a:rPr lang="ru-RU" b="1" dirty="0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контент </a:t>
            </a:r>
            <a:r>
              <a:rPr lang="ru-RU" b="1" dirty="0" err="1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банерів</a:t>
            </a:r>
            <a:r>
              <a:rPr lang="ru-RU" b="1" dirty="0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у </a:t>
            </a:r>
            <a:r>
              <a:rPr lang="ru-RU" b="1" dirty="0" err="1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тезі</a:t>
            </a:r>
            <a:r>
              <a:rPr lang="ru-RU" b="1" dirty="0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b="1" dirty="0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&lt;article&gt; </a:t>
            </a:r>
            <a:r>
              <a:rPr lang="ru-RU" b="1" dirty="0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?</a:t>
            </a:r>
          </a:p>
          <a:p>
            <a:r>
              <a:rPr lang="ru-RU" b="1" dirty="0">
                <a:latin typeface="Courier New" panose="02070309020205020404" pitchFamily="49" charset="0"/>
                <a:cs typeface="Courier New" panose="02070309020205020404" pitchFamily="49" charset="0"/>
              </a:rPr>
              <a:t>  - контент </a:t>
            </a:r>
            <a:r>
              <a:rPr lang="ru-RU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банера</a:t>
            </a:r>
            <a:r>
              <a:rPr lang="ru-RU" b="1" dirty="0">
                <a:latin typeface="Courier New" panose="02070309020205020404" pitchFamily="49" charset="0"/>
                <a:cs typeface="Courier New" panose="02070309020205020404" pitchFamily="49" charset="0"/>
              </a:rPr>
              <a:t> – </a:t>
            </a:r>
            <a:r>
              <a:rPr lang="ru-RU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самодостатня</a:t>
            </a:r>
            <a:r>
              <a:rPr lang="ru-RU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ru-RU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частина</a:t>
            </a:r>
            <a:r>
              <a:rPr lang="ru-RU" b="1" dirty="0">
                <a:latin typeface="Courier New" panose="02070309020205020404" pitchFamily="49" charset="0"/>
                <a:cs typeface="Courier New" panose="02070309020205020404" pitchFamily="49" charset="0"/>
              </a:rPr>
              <a:t> документа,</a:t>
            </a: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ru-RU" b="1" dirty="0">
                <a:latin typeface="Courier New" panose="02070309020205020404" pitchFamily="49" charset="0"/>
                <a:cs typeface="Courier New" panose="02070309020205020404" pitchFamily="49" charset="0"/>
              </a:rPr>
              <a:t>яка </a:t>
            </a:r>
            <a:r>
              <a:rPr lang="ru-RU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може</a:t>
            </a:r>
            <a:r>
              <a:rPr lang="ru-RU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   </a:t>
            </a:r>
          </a:p>
          <a:p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ru-RU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існувати</a:t>
            </a:r>
            <a:r>
              <a:rPr lang="ru-RU" b="1" dirty="0">
                <a:latin typeface="Courier New" panose="02070309020205020404" pitchFamily="49" charset="0"/>
                <a:cs typeface="Courier New" panose="02070309020205020404" pitchFamily="49" charset="0"/>
              </a:rPr>
              <a:t> та </a:t>
            </a:r>
            <a:r>
              <a:rPr lang="ru-RU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поширюватися</a:t>
            </a:r>
            <a:r>
              <a:rPr lang="ru-RU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ru-RU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незалежно</a:t>
            </a: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ru-RU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від</a:t>
            </a:r>
            <a:r>
              <a:rPr lang="ru-RU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ru-RU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цього</a:t>
            </a:r>
            <a:r>
              <a:rPr lang="ru-RU" b="1" dirty="0">
                <a:latin typeface="Courier New" panose="02070309020205020404" pitchFamily="49" charset="0"/>
                <a:cs typeface="Courier New" panose="02070309020205020404" pitchFamily="49" charset="0"/>
              </a:rPr>
              <a:t> документа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917" y="2676043"/>
            <a:ext cx="8950114" cy="1200329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ru-RU" b="1" dirty="0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4. </a:t>
            </a:r>
            <a:r>
              <a:rPr lang="ru-RU" b="1" dirty="0" err="1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Чому</a:t>
            </a:r>
            <a:r>
              <a:rPr lang="ru-RU" b="1" dirty="0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ru-RU" b="1" dirty="0" err="1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стаття</a:t>
            </a:r>
            <a:r>
              <a:rPr lang="ru-RU" b="1" dirty="0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справа поза тегом </a:t>
            </a:r>
            <a:r>
              <a:rPr lang="en-US" b="1" dirty="0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&lt;aside&gt; </a:t>
            </a:r>
            <a:r>
              <a:rPr lang="ru-RU" b="1" dirty="0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?</a:t>
            </a:r>
          </a:p>
          <a:p>
            <a:r>
              <a:rPr lang="ru-RU" b="1" dirty="0">
                <a:latin typeface="Courier New" panose="02070309020205020404" pitchFamily="49" charset="0"/>
                <a:cs typeface="Courier New" panose="02070309020205020404" pitchFamily="49" charset="0"/>
              </a:rPr>
              <a:t>  - </a:t>
            </a:r>
            <a:r>
              <a:rPr lang="ru-RU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стаття</a:t>
            </a:r>
            <a:r>
              <a:rPr lang="ru-RU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ru-RU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відповідає</a:t>
            </a:r>
            <a:r>
              <a:rPr lang="ru-RU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ru-RU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тематиці</a:t>
            </a:r>
            <a:r>
              <a:rPr lang="ru-RU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ru-RU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газети</a:t>
            </a:r>
            <a:r>
              <a:rPr lang="ru-RU" b="1" dirty="0">
                <a:latin typeface="Courier New" panose="02070309020205020404" pitchFamily="49" charset="0"/>
                <a:cs typeface="Courier New" panose="02070309020205020404" pitchFamily="49" charset="0"/>
              </a:rPr>
              <a:t> і не повинна </a:t>
            </a:r>
            <a:r>
              <a:rPr lang="ru-RU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перебувати</a:t>
            </a:r>
            <a:endParaRPr lang="ru-RU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ru-RU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у </a:t>
            </a:r>
            <a:r>
              <a:rPr lang="ru-RU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секції</a:t>
            </a:r>
            <a:r>
              <a:rPr lang="ru-RU" b="1" dirty="0">
                <a:latin typeface="Courier New" panose="02070309020205020404" pitchFamily="49" charset="0"/>
                <a:cs typeface="Courier New" panose="02070309020205020404" pitchFamily="49" charset="0"/>
              </a:rPr>
              <a:t> з контентом, </a:t>
            </a:r>
            <a:r>
              <a:rPr lang="ru-RU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що</a:t>
            </a:r>
            <a:r>
              <a:rPr lang="ru-RU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ru-RU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мають</a:t>
            </a:r>
            <a:r>
              <a:rPr lang="ru-RU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ru-RU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непряме</a:t>
            </a:r>
            <a:r>
              <a:rPr lang="ru-RU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ru-RU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відношення</a:t>
            </a:r>
            <a:r>
              <a:rPr lang="ru-RU" b="1" dirty="0">
                <a:latin typeface="Courier New" panose="02070309020205020404" pitchFamily="49" charset="0"/>
                <a:cs typeface="Courier New" panose="02070309020205020404" pitchFamily="49" charset="0"/>
              </a:rPr>
              <a:t> до </a:t>
            </a:r>
            <a:endParaRPr lang="en-US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ru-RU" b="1" dirty="0">
                <a:latin typeface="Courier New" panose="02070309020205020404" pitchFamily="49" charset="0"/>
                <a:cs typeface="Courier New" panose="02070309020205020404" pitchFamily="49" charset="0"/>
              </a:rPr>
              <a:t>контенту сайту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9428" y="4070552"/>
            <a:ext cx="8950114" cy="1200329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ru-RU" b="1" dirty="0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5. </a:t>
            </a:r>
            <a:r>
              <a:rPr lang="ru-RU" b="1" dirty="0" err="1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Чому</a:t>
            </a:r>
            <a:r>
              <a:rPr lang="ru-RU" b="1" dirty="0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не </a:t>
            </a:r>
            <a:r>
              <a:rPr lang="ru-RU" b="1" dirty="0" err="1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використовується</a:t>
            </a:r>
            <a:r>
              <a:rPr lang="ru-RU" b="1" dirty="0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&lt;</a:t>
            </a:r>
            <a:r>
              <a:rPr lang="ru-RU" b="1" dirty="0" err="1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section</a:t>
            </a:r>
            <a:r>
              <a:rPr lang="ru-RU" b="1" dirty="0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&gt; для </a:t>
            </a:r>
            <a:r>
              <a:rPr lang="ru-RU" b="1" dirty="0" err="1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обертання</a:t>
            </a:r>
            <a:r>
              <a:rPr lang="ru-RU" b="1" dirty="0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ru-RU" b="1" dirty="0" err="1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елементів</a:t>
            </a:r>
            <a:endParaRPr lang="ru-RU" b="1" dirty="0">
              <a:solidFill>
                <a:schemeClr val="accent2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ru-RU" b="1" dirty="0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&lt;</a:t>
            </a:r>
            <a:r>
              <a:rPr lang="ru-RU" b="1" dirty="0" err="1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aside</a:t>
            </a:r>
            <a:r>
              <a:rPr lang="ru-RU" b="1" dirty="0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&gt; та &lt;</a:t>
            </a:r>
            <a:r>
              <a:rPr lang="ru-RU" b="1" dirty="0" err="1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article</a:t>
            </a:r>
            <a:r>
              <a:rPr lang="ru-RU" b="1" dirty="0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&gt; у 3-й </a:t>
            </a:r>
            <a:r>
              <a:rPr lang="ru-RU" b="1" dirty="0" err="1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колонці</a:t>
            </a:r>
            <a:r>
              <a:rPr lang="ru-RU" b="1" dirty="0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?</a:t>
            </a:r>
          </a:p>
          <a:p>
            <a:r>
              <a:rPr lang="ru-RU" b="1" dirty="0">
                <a:latin typeface="Courier New" panose="02070309020205020404" pitchFamily="49" charset="0"/>
                <a:cs typeface="Courier New" panose="02070309020205020404" pitchFamily="49" charset="0"/>
              </a:rPr>
              <a:t>  - </a:t>
            </a:r>
            <a:r>
              <a:rPr lang="ru-RU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щоб</a:t>
            </a:r>
            <a:r>
              <a:rPr lang="ru-RU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ru-RU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банера</a:t>
            </a:r>
            <a:r>
              <a:rPr lang="ru-RU" b="1" dirty="0">
                <a:latin typeface="Courier New" panose="02070309020205020404" pitchFamily="49" charset="0"/>
                <a:cs typeface="Courier New" panose="02070309020205020404" pitchFamily="49" charset="0"/>
              </a:rPr>
              <a:t> та </a:t>
            </a:r>
            <a:r>
              <a:rPr lang="ru-RU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стаття</a:t>
            </a:r>
            <a:r>
              <a:rPr lang="ru-RU" b="1" dirty="0">
                <a:latin typeface="Courier New" panose="02070309020205020404" pitchFamily="49" charset="0"/>
                <a:cs typeface="Courier New" panose="02070309020205020404" pitchFamily="49" charset="0"/>
              </a:rPr>
              <a:t> не </a:t>
            </a:r>
            <a:r>
              <a:rPr lang="ru-RU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виявилися</a:t>
            </a:r>
            <a:r>
              <a:rPr lang="ru-RU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ru-RU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згрупованими</a:t>
            </a:r>
            <a:r>
              <a:rPr lang="ru-RU" b="1" dirty="0">
                <a:latin typeface="Courier New" panose="02070309020205020404" pitchFamily="49" charset="0"/>
                <a:cs typeface="Courier New" panose="02070309020205020404" pitchFamily="49" charset="0"/>
              </a:rPr>
              <a:t> як</a:t>
            </a:r>
          </a:p>
          <a:p>
            <a:r>
              <a:rPr lang="ru-RU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контент </a:t>
            </a:r>
            <a:r>
              <a:rPr lang="ru-RU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однієї</a:t>
            </a:r>
            <a:r>
              <a:rPr lang="ru-RU" b="1" dirty="0">
                <a:latin typeface="Courier New" panose="02070309020205020404" pitchFamily="49" charset="0"/>
                <a:cs typeface="Courier New" panose="02070309020205020404" pitchFamily="49" charset="0"/>
              </a:rPr>
              <a:t> тематики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6382" y="5469031"/>
            <a:ext cx="8950114" cy="923330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ru-RU" b="1" dirty="0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6. </a:t>
            </a:r>
            <a:r>
              <a:rPr lang="ru-RU" b="1" dirty="0" err="1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Чому</a:t>
            </a:r>
            <a:r>
              <a:rPr lang="ru-RU" b="1" dirty="0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контент &lt;</a:t>
            </a:r>
            <a:r>
              <a:rPr lang="ru-RU" b="1" dirty="0" err="1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footer</a:t>
            </a:r>
            <a:r>
              <a:rPr lang="ru-RU" b="1" dirty="0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&gt; </a:t>
            </a:r>
            <a:r>
              <a:rPr lang="ru-RU" b="1" dirty="0" err="1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розбитий</a:t>
            </a:r>
            <a:r>
              <a:rPr lang="ru-RU" b="1" dirty="0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на </a:t>
            </a:r>
            <a:r>
              <a:rPr lang="en-US" b="1" dirty="0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&lt;section&gt;</a:t>
            </a:r>
            <a:r>
              <a:rPr lang="ru-RU" b="1" dirty="0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?</a:t>
            </a:r>
          </a:p>
          <a:p>
            <a:r>
              <a:rPr lang="ru-RU" b="1" dirty="0">
                <a:latin typeface="Courier New" panose="02070309020205020404" pitchFamily="49" charset="0"/>
                <a:cs typeface="Courier New" panose="02070309020205020404" pitchFamily="49" charset="0"/>
              </a:rPr>
              <a:t>  - </a:t>
            </a:r>
            <a:r>
              <a:rPr lang="ru-RU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він</a:t>
            </a:r>
            <a:r>
              <a:rPr lang="ru-RU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ru-RU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містить</a:t>
            </a:r>
            <a:r>
              <a:rPr lang="ru-RU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ru-RU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різні</a:t>
            </a:r>
            <a:r>
              <a:rPr lang="ru-RU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ru-RU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фрагменти</a:t>
            </a:r>
            <a:r>
              <a:rPr lang="ru-RU" b="1" dirty="0">
                <a:latin typeface="Courier New" panose="02070309020205020404" pitchFamily="49" charset="0"/>
                <a:cs typeface="Courier New" panose="02070309020205020404" pitchFamily="49" charset="0"/>
              </a:rPr>
              <a:t> контенту, </a:t>
            </a:r>
            <a:r>
              <a:rPr lang="ru-RU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кожен</a:t>
            </a:r>
            <a:r>
              <a:rPr lang="ru-RU" b="1" dirty="0">
                <a:latin typeface="Courier New" panose="02070309020205020404" pitchFamily="49" charset="0"/>
                <a:cs typeface="Courier New" panose="02070309020205020404" pitchFamily="49" charset="0"/>
              </a:rPr>
              <a:t> з </a:t>
            </a:r>
            <a:r>
              <a:rPr lang="ru-RU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яких</a:t>
            </a:r>
            <a:endParaRPr lang="ru-RU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ru-RU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ru-RU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формує</a:t>
            </a:r>
            <a:r>
              <a:rPr lang="ru-RU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ru-RU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самодостатню</a:t>
            </a:r>
            <a:r>
              <a:rPr lang="ru-RU" b="1" dirty="0">
                <a:latin typeface="Courier New" panose="02070309020205020404" pitchFamily="49" charset="0"/>
                <a:cs typeface="Courier New" panose="02070309020205020404" pitchFamily="49" charset="0"/>
              </a:rPr>
              <a:t> та </a:t>
            </a:r>
            <a:r>
              <a:rPr lang="ru-RU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тематично</a:t>
            </a:r>
            <a:r>
              <a:rPr lang="ru-RU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ru-RU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незалежну</a:t>
            </a:r>
            <a:r>
              <a:rPr lang="ru-RU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ru-RU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одиницю</a:t>
            </a:r>
            <a:endParaRPr lang="ru-RU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5436999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269522" y="188640"/>
            <a:ext cx="8604956" cy="707886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4000" b="1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Overwhelming !!!</a:t>
            </a:r>
            <a:endParaRPr lang="ru-RU" sz="4000" b="1" dirty="0">
              <a:solidFill>
                <a:srgbClr val="0070C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pic>
        <p:nvPicPr>
          <p:cNvPr id="2" name="Рисунок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9522" y="1124744"/>
            <a:ext cx="8576954" cy="48245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02418543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Открытая">
  <a:themeElements>
    <a:clrScheme name="Открытая">
      <a:dk1>
        <a:sysClr val="windowText" lastClr="000000"/>
      </a:dk1>
      <a:lt1>
        <a:sysClr val="window" lastClr="FFFFFF"/>
      </a:lt1>
      <a:dk2>
        <a:srgbClr val="464646"/>
      </a:dk2>
      <a:lt2>
        <a:srgbClr val="DEF5FA"/>
      </a:lt2>
      <a:accent1>
        <a:srgbClr val="2DA2BF"/>
      </a:accent1>
      <a:accent2>
        <a:srgbClr val="DA1F28"/>
      </a:accent2>
      <a:accent3>
        <a:srgbClr val="EB641B"/>
      </a:accent3>
      <a:accent4>
        <a:srgbClr val="39639D"/>
      </a:accent4>
      <a:accent5>
        <a:srgbClr val="474B78"/>
      </a:accent5>
      <a:accent6>
        <a:srgbClr val="7D3C4A"/>
      </a:accent6>
      <a:hlink>
        <a:srgbClr val="FF8119"/>
      </a:hlink>
      <a:folHlink>
        <a:srgbClr val="44B9E8"/>
      </a:folHlink>
    </a:clrScheme>
    <a:fontScheme name="Открытая">
      <a:majorFont>
        <a:latin typeface="Lucida Sans Unicode"/>
        <a:ea typeface=""/>
        <a:cs typeface=""/>
        <a:font script="Jpan" typeface="ＭＳ Ｐゴシック"/>
        <a:font script="Hang" typeface="맑은 고딕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Uigh" typeface="Microsoft Uighur"/>
        <a:font script="Geor" typeface="Sylfaen"/>
      </a:majorFont>
      <a:minorFont>
        <a:latin typeface="Lucida Sans Unicode"/>
        <a:ea typeface=""/>
        <a:cs typeface=""/>
        <a:font script="Jpan" typeface="ＭＳ Ｐゴシック"/>
        <a:font script="Hang" typeface="맑은 고딕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Uigh" typeface="Microsoft Uighur"/>
        <a:font script="Geor" typeface="Sylfaen"/>
      </a:minorFont>
    </a:fontScheme>
    <a:fmtScheme name="Открытая">
      <a:fillStyleLst>
        <a:solidFill>
          <a:schemeClr val="phClr"/>
        </a:solidFill>
        <a:gradFill rotWithShape="1">
          <a:gsLst>
            <a:gs pos="0">
              <a:schemeClr val="phClr">
                <a:tint val="62000"/>
                <a:satMod val="180000"/>
              </a:schemeClr>
            </a:gs>
            <a:gs pos="65000">
              <a:schemeClr val="phClr">
                <a:tint val="32000"/>
                <a:satMod val="250000"/>
              </a:schemeClr>
            </a:gs>
            <a:gs pos="100000">
              <a:schemeClr val="phClr">
                <a:tint val="23000"/>
                <a:satMod val="300000"/>
              </a:schemeClr>
            </a:gs>
          </a:gsLst>
          <a:lin ang="16200000" scaled="0"/>
        </a:gradFill>
        <a:gradFill rotWithShape="1">
          <a:gsLst>
            <a:gs pos="0">
              <a:schemeClr val="phClr">
                <a:shade val="15000"/>
                <a:satMod val="180000"/>
              </a:schemeClr>
            </a:gs>
            <a:gs pos="50000">
              <a:schemeClr val="phClr">
                <a:shade val="45000"/>
                <a:satMod val="170000"/>
              </a:schemeClr>
            </a:gs>
            <a:gs pos="70000">
              <a:schemeClr val="phClr">
                <a:tint val="99000"/>
                <a:shade val="65000"/>
                <a:satMod val="155000"/>
              </a:schemeClr>
            </a:gs>
            <a:gs pos="100000">
              <a:schemeClr val="phClr">
                <a:tint val="95500"/>
                <a:shade val="100000"/>
                <a:satMod val="15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55000" cap="flat" cmpd="thickThin" algn="ctr">
          <a:solidFill>
            <a:schemeClr val="phClr"/>
          </a:solidFill>
          <a:prstDash val="solid"/>
        </a:ln>
        <a:ln w="63500" cap="flat" cmpd="thickThin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45000"/>
              </a:srgbClr>
            </a:outerShdw>
          </a:effectLst>
          <a:scene3d>
            <a:camera prst="orthographicFront" fov="0">
              <a:rot lat="0" lon="0" rev="0"/>
            </a:camera>
            <a:lightRig rig="glow" dir="t">
              <a:rot lat="0" lon="0" rev="6360000"/>
            </a:lightRig>
          </a:scene3d>
          <a:sp3d contourW="1000" prstMaterial="flat">
            <a:bevelT w="95250" h="101600"/>
            <a:contourClr>
              <a:schemeClr val="phClr">
                <a:satMod val="30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55000"/>
                <a:satMod val="300000"/>
              </a:schemeClr>
            </a:gs>
            <a:gs pos="40000">
              <a:schemeClr val="phClr">
                <a:tint val="65000"/>
                <a:satMod val="300000"/>
              </a:schemeClr>
            </a:gs>
            <a:gs pos="100000">
              <a:schemeClr val="phClr">
                <a:shade val="65000"/>
                <a:satMod val="300000"/>
              </a:schemeClr>
            </a:gs>
          </a:gsLst>
          <a:path path="circle">
            <a:fillToRect l="65000" b="98000"/>
          </a:path>
        </a:gradFill>
        <a:blipFill>
          <a:blip xmlns:r="http://schemas.openxmlformats.org/officeDocument/2006/relationships" r:embed="rId1">
            <a:duotone>
              <a:schemeClr val="phClr">
                <a:shade val="60000"/>
                <a:satMod val="110000"/>
              </a:schemeClr>
              <a:schemeClr val="phClr">
                <a:tint val="95000"/>
              </a:schemeClr>
            </a:duotone>
          </a:blip>
          <a:tile tx="0" ty="0" sx="50000" sy="50000" flip="none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1489</TotalTime>
  <Words>1641</Words>
  <Application>Microsoft Office PowerPoint</Application>
  <PresentationFormat>Экран (4:3)</PresentationFormat>
  <Paragraphs>308</Paragraphs>
  <Slides>27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8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27</vt:i4>
      </vt:variant>
    </vt:vector>
  </HeadingPairs>
  <TitlesOfParts>
    <vt:vector size="36" baseType="lpstr">
      <vt:lpstr>Arial Narrow</vt:lpstr>
      <vt:lpstr>Calibri</vt:lpstr>
      <vt:lpstr>Courier New</vt:lpstr>
      <vt:lpstr>Lucida Sans Unicode</vt:lpstr>
      <vt:lpstr>Verdana</vt:lpstr>
      <vt:lpstr>Wingdings</vt:lpstr>
      <vt:lpstr>Wingdings 2</vt:lpstr>
      <vt:lpstr>Wingdings 3</vt:lpstr>
      <vt:lpstr>Открытая</vt:lpstr>
      <vt:lpstr>https://academy.beetroot.se</vt:lpstr>
      <vt:lpstr>Елементи DIV и SPAN</vt:lpstr>
      <vt:lpstr>Атрібути тегів</vt:lpstr>
      <vt:lpstr>Глобальні атрібути</vt:lpstr>
      <vt:lpstr>Приклади використання атрибутів</vt:lpstr>
      <vt:lpstr>Безпосереднє форматування тексту</vt:lpstr>
      <vt:lpstr>Логічне форматування</vt:lpstr>
      <vt:lpstr>Accessibility in web (intro)</vt:lpstr>
      <vt:lpstr>Вигляд стандартної сторінки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>*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roman</dc:creator>
  <cp:lastModifiedBy>Роман Никифоров</cp:lastModifiedBy>
  <cp:revision>533</cp:revision>
  <dcterms:created xsi:type="dcterms:W3CDTF">2010-11-04T13:16:08Z</dcterms:created>
  <dcterms:modified xsi:type="dcterms:W3CDTF">2024-07-26T18:34:30Z</dcterms:modified>
</cp:coreProperties>
</file>